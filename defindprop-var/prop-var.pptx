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6" r:id="rId5"/>
    <p:sldId id="310" r:id="rId6"/>
    <p:sldId id="318" r:id="rId7"/>
    <p:sldId id="3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8"/>
            <p14:sldId id="319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D24726"/>
    <a:srgbClr val="404040"/>
    <a:srgbClr val="FF9B45"/>
    <a:srgbClr val="DD462F"/>
    <a:srgbClr val="F8CFB6"/>
    <a:srgbClr val="F8CAB6"/>
    <a:srgbClr val="923922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2" autoAdjust="0"/>
    <p:restoredTop sz="78745" autoAdjust="0"/>
  </p:normalViewPr>
  <p:slideViewPr>
    <p:cSldViewPr snapToGrid="0">
      <p:cViewPr varScale="1">
        <p:scale>
          <a:sx n="82" d="100"/>
          <a:sy n="82" d="100"/>
        </p:scale>
        <p:origin x="153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29/04/2026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09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DC65C-4C2B-63A4-FECE-10AE94E0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72799-703B-4E61-47E6-ECBCFC565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29E25-C579-9A9D-17A7-F9F6FB7C3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4E864-D699-9901-018A-D9B09A79C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58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29/04/2026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871460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th-TH" sz="4800" b="1" dirty="0">
                <a:solidFill>
                  <a:schemeClr val="bg1"/>
                </a:solidFill>
              </a:rPr>
              <a:t>การ</a:t>
            </a:r>
            <a:r>
              <a:rPr lang="en-US" sz="4800" b="1" dirty="0">
                <a:solidFill>
                  <a:schemeClr val="bg1"/>
                </a:solidFill>
              </a:rPr>
              <a:t> pass data </a:t>
            </a:r>
            <a:r>
              <a:rPr lang="th-TH" sz="4800" b="1" dirty="0">
                <a:solidFill>
                  <a:schemeClr val="bg1"/>
                </a:solidFill>
              </a:rPr>
              <a:t>จาก</a:t>
            </a:r>
            <a:r>
              <a:rPr lang="en-US" sz="4800" b="1" dirty="0">
                <a:solidFill>
                  <a:schemeClr val="bg1"/>
                </a:solidFill>
              </a:rPr>
              <a:t> parent</a:t>
            </a:r>
            <a:r>
              <a:rPr lang="th-TH" sz="4800" b="1" dirty="0">
                <a:solidFill>
                  <a:schemeClr val="bg1"/>
                </a:solidFill>
              </a:rPr>
              <a:t> ไป</a:t>
            </a:r>
            <a:r>
              <a:rPr lang="en-US" sz="4800" b="1" dirty="0">
                <a:solidFill>
                  <a:schemeClr val="bg1"/>
                </a:solidFill>
              </a:rPr>
              <a:t> child: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th-TH" sz="4800" b="1" dirty="0">
                <a:solidFill>
                  <a:schemeClr val="bg1"/>
                </a:solidFill>
              </a:rPr>
              <a:t>เทคนิค </a:t>
            </a:r>
            <a:r>
              <a:rPr lang="en-US" sz="4400" b="1" dirty="0" err="1">
                <a:solidFill>
                  <a:srgbClr val="F5F5F5"/>
                </a:solidFill>
              </a:rPr>
              <a:t>defineProps</a:t>
            </a:r>
            <a:r>
              <a:rPr lang="en-US" sz="4400" b="1" dirty="0">
                <a:solidFill>
                  <a:srgbClr val="F5F5F5"/>
                </a:solidFill>
              </a:rPr>
              <a:t>()</a:t>
            </a:r>
            <a:br>
              <a:rPr lang="en-US" b="1" dirty="0"/>
            </a:b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วัตถุประสงของ </a:t>
            </a:r>
            <a:r>
              <a:rPr lang="en-US" dirty="0" err="1"/>
              <a:t>defineProps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4D6D-5F80-BADC-1A81-A5D61A88F4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59054"/>
            <a:ext cx="10972567" cy="497433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800" dirty="0"/>
              <a:t>parent </a:t>
            </a:r>
            <a:r>
              <a:rPr lang="th-TH" sz="2800" dirty="0"/>
              <a:t>สามารถส่งข้อมูลได้แก่ ค่า</a:t>
            </a:r>
            <a:r>
              <a:rPr lang="en-US" sz="2800" dirty="0"/>
              <a:t> constant, variable , object </a:t>
            </a:r>
            <a:r>
              <a:rPr lang="th-TH" sz="2800" dirty="0"/>
              <a:t>ไปยัง</a:t>
            </a:r>
            <a:r>
              <a:rPr lang="en-US" sz="2800" dirty="0"/>
              <a:t> child component </a:t>
            </a:r>
            <a:r>
              <a:rPr lang="th-TH" sz="2800" dirty="0"/>
              <a:t>ได้  โดยการส่งข้อมูลมีลักษณะ</a:t>
            </a:r>
            <a:r>
              <a:rPr lang="en-US" sz="2800" dirty="0"/>
              <a:t> one-way data flow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/>
              <a:t>ข้อมูลที่</a:t>
            </a:r>
            <a:r>
              <a:rPr lang="en-US" sz="2800" dirty="0"/>
              <a:t> parent </a:t>
            </a:r>
            <a:r>
              <a:rPr lang="th-TH" sz="2800" dirty="0"/>
              <a:t>ส่งให้ </a:t>
            </a:r>
            <a:r>
              <a:rPr lang="en-US" sz="2800" dirty="0"/>
              <a:t>child </a:t>
            </a:r>
            <a:r>
              <a:rPr lang="th-TH" sz="2800" dirty="0"/>
              <a:t>ไม่สามารถแก้ไขข้อมูลที่</a:t>
            </a:r>
            <a:r>
              <a:rPr lang="en-US" sz="2800" dirty="0"/>
              <a:t> parent</a:t>
            </a:r>
            <a:r>
              <a:rPr lang="th-TH" sz="2800" dirty="0"/>
              <a:t> ส่งไม่ให้ได้</a:t>
            </a:r>
            <a:endParaRPr lang="en-US" sz="28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/>
              <a:t>ในมุมมองของ </a:t>
            </a:r>
            <a:r>
              <a:rPr lang="en-US" sz="2800" dirty="0"/>
              <a:t>Parent</a:t>
            </a:r>
            <a:r>
              <a:rPr lang="th-TH" sz="2800" dirty="0"/>
              <a:t> เรียกว่า การกำหนด</a:t>
            </a:r>
            <a:r>
              <a:rPr lang="en-US" sz="2800" dirty="0"/>
              <a:t> property</a:t>
            </a:r>
            <a:r>
              <a:rPr lang="th-TH" sz="2800" dirty="0"/>
              <a:t> ให้กับ</a:t>
            </a:r>
            <a:r>
              <a:rPr lang="en-US" sz="2800" dirty="0"/>
              <a:t> child component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th-TH" sz="2800" dirty="0"/>
              <a:t>เรียกข้อมูลที่รับจาก</a:t>
            </a:r>
            <a:r>
              <a:rPr lang="en-US" sz="2800" dirty="0"/>
              <a:t> Parent </a:t>
            </a:r>
            <a:r>
              <a:rPr lang="th-TH" sz="2800" dirty="0"/>
              <a:t>ว่า</a:t>
            </a:r>
            <a:r>
              <a:rPr lang="en-US" sz="2800" dirty="0"/>
              <a:t> </a:t>
            </a:r>
            <a:r>
              <a:rPr lang="th-TH" sz="2800" dirty="0"/>
              <a:t>ตัวแปร </a:t>
            </a:r>
            <a:r>
              <a:rPr lang="en-US" sz="2800" dirty="0"/>
              <a:t>property</a:t>
            </a:r>
            <a:r>
              <a:rPr lang="th-TH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EF32-6A19-D51A-4B4D-D971B53C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4246-B5A5-90F3-418A-140A0041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th-TH" dirty="0"/>
              <a:t>ขั้นตอนในการสร้าง</a:t>
            </a:r>
            <a:r>
              <a:rPr lang="en-US" dirty="0"/>
              <a:t> Child component</a:t>
            </a:r>
            <a:r>
              <a:rPr lang="th-TH" dirty="0"/>
              <a:t> ที่รองรับ</a:t>
            </a:r>
            <a:r>
              <a:rPr lang="en-US" dirty="0"/>
              <a:t> 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D25FD-CACF-0E8C-7D99-7F71A46CC528}"/>
              </a:ext>
            </a:extLst>
          </p:cNvPr>
          <p:cNvSpPr txBox="1"/>
          <p:nvPr/>
        </p:nvSpPr>
        <p:spPr>
          <a:xfrm>
            <a:off x="715109" y="1418492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สร้างตัวแปร</a:t>
            </a:r>
            <a:r>
              <a:rPr lang="en-US" sz="2800" dirty="0"/>
              <a:t> property </a:t>
            </a:r>
            <a:r>
              <a:rPr lang="th-TH" sz="2800" dirty="0"/>
              <a:t>เพื่อรับข้อมูล</a:t>
            </a:r>
            <a:endParaRPr lang="en-US" sz="2800" dirty="0"/>
          </a:p>
          <a:p>
            <a:r>
              <a:rPr lang="th-TH" sz="2800" dirty="0"/>
              <a:t>จาก</a:t>
            </a:r>
            <a:r>
              <a:rPr lang="en-US" sz="2800" dirty="0"/>
              <a:t> parent</a:t>
            </a:r>
            <a:r>
              <a:rPr lang="th-TH" sz="2800" dirty="0"/>
              <a:t> ด้วย</a:t>
            </a:r>
          </a:p>
          <a:p>
            <a:r>
              <a:rPr lang="en-US" sz="2800" dirty="0"/>
              <a:t>         </a:t>
            </a:r>
            <a:r>
              <a:rPr lang="th-TH" sz="2800" dirty="0"/>
              <a:t>คำสั่ง</a:t>
            </a:r>
            <a:r>
              <a:rPr lang="en-US" sz="2800" dirty="0"/>
              <a:t> </a:t>
            </a:r>
            <a:r>
              <a:rPr lang="en-US" sz="2800" dirty="0" err="1"/>
              <a:t>defineProps</a:t>
            </a:r>
            <a:r>
              <a:rPr lang="en-US" sz="2800" dirty="0"/>
              <a:t>()</a:t>
            </a:r>
          </a:p>
          <a:p>
            <a:endParaRPr lang="th-TH" sz="2800" dirty="0"/>
          </a:p>
          <a:p>
            <a:r>
              <a:rPr lang="th-TH" sz="2800" dirty="0"/>
              <a:t>เรียกขั้นตอนนี้ว่า </a:t>
            </a:r>
            <a:r>
              <a:rPr lang="en-US" sz="2800" dirty="0"/>
              <a:t>“</a:t>
            </a:r>
            <a:r>
              <a:rPr lang="th-TH" sz="2800" dirty="0"/>
              <a:t>สร้าง</a:t>
            </a:r>
            <a:r>
              <a:rPr lang="en-US" sz="2800" dirty="0"/>
              <a:t> property”</a:t>
            </a:r>
          </a:p>
          <a:p>
            <a:r>
              <a:rPr lang="en-US" sz="2800" dirty="0"/>
              <a:t>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A9FB5F-BE3B-0D53-2618-11E3F284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468" y="1088136"/>
            <a:ext cx="6235557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B2E15-FEA0-1F6B-9D2F-C7EE1FB2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2BF0-2A46-1645-7656-D9A7E237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Parent </a:t>
            </a:r>
            <a:r>
              <a:rPr lang="th-TH" dirty="0"/>
              <a:t>เรียกใช้งาน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6286D-DCE5-CBEC-404C-5E235F23D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492" y="2542660"/>
            <a:ext cx="5858648" cy="28968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5F3DD5-9FFB-6823-70A7-5D7E9E0097C4}"/>
              </a:ext>
            </a:extLst>
          </p:cNvPr>
          <p:cNvSpPr txBox="1"/>
          <p:nvPr/>
        </p:nvSpPr>
        <p:spPr>
          <a:xfrm>
            <a:off x="1172308" y="1641232"/>
            <a:ext cx="2062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component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4EF25-8F9C-C076-AC98-1A6E92406E8F}"/>
              </a:ext>
            </a:extLst>
          </p:cNvPr>
          <p:cNvSpPr txBox="1"/>
          <p:nvPr/>
        </p:nvSpPr>
        <p:spPr>
          <a:xfrm>
            <a:off x="7174530" y="1793632"/>
            <a:ext cx="193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component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B8F33F-C4A1-D571-8683-B4D89ED8B078}"/>
              </a:ext>
            </a:extLst>
          </p:cNvPr>
          <p:cNvSpPr txBox="1"/>
          <p:nvPr/>
        </p:nvSpPr>
        <p:spPr>
          <a:xfrm>
            <a:off x="797171" y="2379510"/>
            <a:ext cx="4114799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&lt;Child</a:t>
            </a:r>
          </a:p>
          <a:p>
            <a:r>
              <a:rPr lang="en-US" dirty="0"/>
              <a:t>  &lt;!-- "1a1“ : static string --&gt;</a:t>
            </a:r>
          </a:p>
          <a:p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sc_param</a:t>
            </a:r>
            <a:r>
              <a:rPr lang="en-US" dirty="0">
                <a:solidFill>
                  <a:srgbClr val="FF0000"/>
                </a:solidFill>
              </a:rPr>
              <a:t>="1a1"</a:t>
            </a:r>
          </a:p>
          <a:p>
            <a:endParaRPr lang="en-US" dirty="0"/>
          </a:p>
          <a:p>
            <a:r>
              <a:rPr lang="en-US" dirty="0"/>
              <a:t>  &lt;!-- "</a:t>
            </a:r>
            <a:r>
              <a:rPr lang="en-US" dirty="0" err="1"/>
              <a:t>str_var</a:t>
            </a:r>
            <a:r>
              <a:rPr lang="en-US" dirty="0"/>
              <a:t>“ string variable --&gt;</a:t>
            </a:r>
          </a:p>
          <a:p>
            <a:r>
              <a:rPr lang="en-US" dirty="0"/>
              <a:t>  :</a:t>
            </a:r>
            <a:r>
              <a:rPr lang="en-US" dirty="0" err="1"/>
              <a:t>sparam</a:t>
            </a:r>
            <a:r>
              <a:rPr lang="en-US" dirty="0"/>
              <a:t>="</a:t>
            </a:r>
            <a:r>
              <a:rPr lang="en-US" dirty="0" err="1"/>
              <a:t>str_var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  &lt;!-- "123“ number --&gt;</a:t>
            </a:r>
          </a:p>
          <a:p>
            <a:r>
              <a:rPr lang="en-US" dirty="0"/>
              <a:t>  :</a:t>
            </a:r>
            <a:r>
              <a:rPr lang="en-US" dirty="0" err="1"/>
              <a:t>nparam</a:t>
            </a:r>
            <a:r>
              <a:rPr lang="en-US" dirty="0"/>
              <a:t>=“</a:t>
            </a:r>
            <a:r>
              <a:rPr lang="en-US" dirty="0" err="1"/>
              <a:t>num_var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  &lt;!– "</a:t>
            </a:r>
            <a:r>
              <a:rPr lang="en-US" dirty="0" err="1"/>
              <a:t>obj_var</a:t>
            </a:r>
            <a:r>
              <a:rPr lang="en-US" dirty="0"/>
              <a:t>“ object variable --&gt;</a:t>
            </a:r>
          </a:p>
          <a:p>
            <a:r>
              <a:rPr lang="en-US" dirty="0"/>
              <a:t>  :</a:t>
            </a:r>
            <a:r>
              <a:rPr lang="en-US" dirty="0" err="1"/>
              <a:t>oparam</a:t>
            </a:r>
            <a:r>
              <a:rPr lang="en-US" dirty="0"/>
              <a:t>="</a:t>
            </a:r>
            <a:r>
              <a:rPr lang="en-US" dirty="0" err="1"/>
              <a:t>obj_var</a:t>
            </a:r>
            <a:r>
              <a:rPr lang="en-US" dirty="0"/>
              <a:t>"</a:t>
            </a:r>
          </a:p>
          <a:p>
            <a:r>
              <a:rPr lang="en-US" dirty="0"/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27738276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5807</TotalTime>
  <Words>195</Words>
  <Application>Microsoft Office PowerPoint</Application>
  <PresentationFormat>Widescreen</PresentationFormat>
  <Paragraphs>32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Custom</vt:lpstr>
      <vt:lpstr>การ pass data จาก parent ไป child: เทคนิค defineProps() </vt:lpstr>
      <vt:lpstr>วัตถุประสงของ defineProps</vt:lpstr>
      <vt:lpstr>1. ขั้นตอนในการสร้าง Child component ที่รองรับ parameter</vt:lpstr>
      <vt:lpstr>1. Parent เรียกใช้งาน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59</cp:revision>
  <dcterms:created xsi:type="dcterms:W3CDTF">2026-02-24T13:07:23Z</dcterms:created>
  <dcterms:modified xsi:type="dcterms:W3CDTF">2026-04-29T08:39:50Z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