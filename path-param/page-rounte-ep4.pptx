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3" r:id="rId4"/>
    <p:sldId id="264" r:id="rId5"/>
    <p:sldId id="261" r:id="rId6"/>
    <p:sldId id="262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4877" autoAdjust="0"/>
  </p:normalViewPr>
  <p:slideViewPr>
    <p:cSldViewPr snapToGrid="0">
      <p:cViewPr varScale="1">
        <p:scale>
          <a:sx n="78" d="100"/>
          <a:sy n="78" d="100"/>
        </p:scale>
        <p:origin x="17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0E792-7B21-4402-9244-F92D6EC1367D}" type="datetimeFigureOut">
              <a:rPr lang="en-US" smtClean="0"/>
              <a:t>17/06/2026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36640-B669-4F47-AFB1-E61C814D0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34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1D56-CC25-FEE1-49D5-DD9452188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556B3-B10C-595E-E08D-F82D42600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491F9-405A-723E-0266-E030640C1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17/06/2026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E2626-68CC-2AA8-EBFB-BA518909A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6C317-1F4C-5AE9-207E-7ACA4BE6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07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2636-37AC-6F05-B58E-5C9FE6CCC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D8AA5-0ACF-AB3D-7F12-38985AB83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0CAD7-53B5-65D8-533B-C3031BA0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17/06/2026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DCBBF-8989-4544-FB71-99FB53C9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DFC58-F701-1F7A-DEA9-65D0AA4E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18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44228-C99D-E58D-E637-ACF3C211C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3E8B0-9905-8502-EC55-674146940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48501-B36F-F262-69BC-4117865DC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17/06/2026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A898E-86B0-B713-A207-F539473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0980-729A-BAE4-24A7-97655CD16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5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AC8A-C6BE-CE34-2FFB-3E75AD866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6D7F0-0A1D-1531-2E78-43F363A77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69C-72C4-4611-44F1-CECDF3BD2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E6E49-2774-4993-2E72-F92B7B32A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17/06/2026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845C7-DE9C-BEE9-6F41-DB97BD6D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1C74E-6A8C-854C-28F1-E0410023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9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63A1A-32B1-34F8-470F-C231E8199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0FC17-8F57-AE61-2CF1-7C10442AF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8A560-A84F-813F-92F0-DE088C042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35438-14DD-6007-6D43-58A5C2859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E2760-0C05-6491-17C1-335EBFDEF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79DF92-D1CE-6DC8-2D91-FEEB0F50D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17/06/2026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1EE77-0935-3326-2BCD-69979D73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92D776-5D43-7CCD-374D-7A33E04E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3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C3B7E-FE82-645D-E36B-CAA3F1C3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E9FB9-BBB0-9B45-D935-0EA86BBD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17/06/2026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961958-E809-14C4-761B-DE0DDA004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3B411-C639-FECB-7375-B389247A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6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64886-E517-CD43-695B-7D3C34B9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17/06/2026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FB4BE3-F806-6B11-5866-A05DA26A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3C38B-596C-3330-FFF6-5A6347F1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15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73E7-EBF8-5B33-E1EC-9776686DB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6270E-AB95-CE55-ED7C-BF7F971CC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0CDC1-3A86-48E8-AF59-700A70C5B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C7993-C21A-3661-4263-612D122E9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17/06/2026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9D8F0-2051-3427-320A-9F5E8777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AF1DF-677F-83B1-9EC1-A1E91624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25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9C92A-E097-F04E-9C89-E634FF769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930BA9-8165-70EB-9D36-35343ED4BC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17C07-906C-637D-2F8E-B757B8060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E4C64-BC87-DA29-DA35-3C36B180A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17/06/2026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6F2A-C4A0-9E59-23BB-539CEBE0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F5C25-BF05-5D60-BBF5-62F8EC30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89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1CB83-0070-8374-4BD2-FD8EA25A6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F5228-D69D-C02C-8A90-B4D54FBB4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2D53A-F3B1-E190-1D41-F8C7982C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17/06/2026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67E1D-3415-395E-FFF5-3063B4E69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433BC-5098-2178-C191-C5FEB6253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88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39B349-8CC6-5F8D-2FDE-FF6B0EE465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CF31D-74E5-4915-6CAC-CAF3BE9B9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71AA5-29B8-FBFF-4AA0-61D3E3321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17/06/2026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11716-D5C0-77AE-41E3-CC7210C4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843F9-0DE3-3DA1-CC93-E256E449B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30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B0666-E4BC-20BE-AB68-4EE5494B4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7D7A5-6DA8-564B-1205-E20DE679F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DABB9-65D9-3C8C-2145-7C12AEB22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BAA1D-CD6B-4A02-B270-D7E8779137E9}" type="datetimeFigureOut">
              <a:rPr lang="en-US" smtClean="0"/>
              <a:t>17/06/2026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27669-D06E-5580-29CC-67A7A5B06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02EE8-6719-73D9-7479-84136D490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79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B928A-F245-4464-F9E4-8F8E71F3D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422" y="1970931"/>
            <a:ext cx="11862486" cy="923330"/>
          </a:xfrm>
        </p:spPr>
        <p:txBody>
          <a:bodyPr>
            <a:noAutofit/>
          </a:bodyPr>
          <a:lstStyle/>
          <a:p>
            <a:br>
              <a:rPr lang="th-TH" sz="4400" b="1" dirty="0"/>
            </a:br>
            <a:r>
              <a:rPr lang="en-US" sz="4400" b="1" dirty="0">
                <a:solidFill>
                  <a:schemeClr val="accent1"/>
                </a:solidFill>
              </a:rPr>
              <a:t>(</a:t>
            </a:r>
            <a:r>
              <a:rPr lang="th-TH" sz="4400" b="1" dirty="0">
                <a:solidFill>
                  <a:schemeClr val="accent1"/>
                </a:solidFill>
              </a:rPr>
              <a:t>ตอน</a:t>
            </a:r>
            <a:r>
              <a:rPr lang="en-US" sz="4400" b="1" dirty="0">
                <a:solidFill>
                  <a:schemeClr val="accent1"/>
                </a:solidFill>
              </a:rPr>
              <a:t>:</a:t>
            </a:r>
            <a:r>
              <a:rPr lang="th-TH" sz="4400" b="1" dirty="0">
                <a:solidFill>
                  <a:schemeClr val="accent1"/>
                </a:solidFill>
              </a:rPr>
              <a:t>การใช้</a:t>
            </a:r>
            <a:r>
              <a:rPr lang="en-US" sz="4400" b="1" dirty="0">
                <a:solidFill>
                  <a:schemeClr val="accent1"/>
                </a:solidFill>
              </a:rPr>
              <a:t> Path Parameter 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0A84F-6D86-5281-5C04-FA6258D0C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073" y="3390990"/>
            <a:ext cx="8801100" cy="1655762"/>
          </a:xfrm>
        </p:spPr>
        <p:txBody>
          <a:bodyPr>
            <a:normAutofit/>
          </a:bodyPr>
          <a:lstStyle/>
          <a:p>
            <a:pPr algn="l"/>
            <a:r>
              <a:rPr lang="th-TH" sz="4000" b="1" dirty="0">
                <a:solidFill>
                  <a:srgbClr val="FF0000"/>
                </a:solidFill>
              </a:rPr>
              <a:t>สามารถฝึกปฏิบัติแบบออนไลน์จาก </a:t>
            </a:r>
            <a:r>
              <a:rPr lang="en-US" sz="4000" b="1" dirty="0">
                <a:solidFill>
                  <a:srgbClr val="FF0000"/>
                </a:solidFill>
              </a:rPr>
              <a:t>source code </a:t>
            </a:r>
          </a:p>
          <a:p>
            <a:pPr algn="l"/>
            <a:r>
              <a:rPr lang="th-TH" sz="4000" b="1" dirty="0">
                <a:solidFill>
                  <a:srgbClr val="FF0000"/>
                </a:solidFill>
              </a:rPr>
              <a:t>ผ่านลิงก์</a:t>
            </a:r>
            <a:r>
              <a:rPr lang="en-US" sz="4000" b="1" dirty="0">
                <a:solidFill>
                  <a:srgbClr val="FF0000"/>
                </a:solidFill>
              </a:rPr>
              <a:t>(link)</a:t>
            </a:r>
            <a:r>
              <a:rPr lang="th-TH" sz="4000" b="1" dirty="0">
                <a:solidFill>
                  <a:srgbClr val="FF0000"/>
                </a:solidFill>
              </a:rPr>
              <a:t> ในคำอธิบายใต้คลิป </a:t>
            </a:r>
            <a:r>
              <a:rPr lang="en-US" sz="4000" b="1" dirty="0">
                <a:solidFill>
                  <a:srgbClr val="FF0000"/>
                </a:solidFill>
              </a:rPr>
              <a:t>YouTube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E2211-34DE-ABB9-BBE3-5452EB372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48" y="5200649"/>
            <a:ext cx="2333704" cy="9334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5BB053-51FD-D8FA-C3AE-1DAA04ECACE2}"/>
              </a:ext>
            </a:extLst>
          </p:cNvPr>
          <p:cNvSpPr txBox="1"/>
          <p:nvPr/>
        </p:nvSpPr>
        <p:spPr>
          <a:xfrm>
            <a:off x="74140" y="661256"/>
            <a:ext cx="125050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Vue Router 4–EP4:</a:t>
            </a:r>
            <a:r>
              <a:rPr lang="th-TH" sz="4800" dirty="0"/>
              <a:t>การทำหน้าจอ</a:t>
            </a:r>
            <a:r>
              <a:rPr lang="en-US" sz="4800" dirty="0"/>
              <a:t> </a:t>
            </a:r>
            <a:r>
              <a:rPr lang="en-US" sz="4800" dirty="0" err="1"/>
              <a:t>List&amp;Detail</a:t>
            </a:r>
            <a:r>
              <a:rPr lang="en-US" sz="4800" dirty="0"/>
              <a:t> Page</a:t>
            </a:r>
          </a:p>
        </p:txBody>
      </p:sp>
    </p:spTree>
    <p:extLst>
      <p:ext uri="{BB962C8B-B14F-4D97-AF65-F5344CB8AC3E}">
        <p14:creationId xmlns:p14="http://schemas.microsoft.com/office/powerpoint/2010/main" val="1289560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B4B08-3CEB-AA17-5A5A-F874B409B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28" y="270736"/>
            <a:ext cx="1707294" cy="725487"/>
          </a:xfrm>
        </p:spPr>
        <p:txBody>
          <a:bodyPr>
            <a:normAutofit/>
          </a:bodyPr>
          <a:lstStyle/>
          <a:p>
            <a:r>
              <a:rPr lang="th-TH" dirty="0"/>
              <a:t>โจทย์</a:t>
            </a:r>
            <a:r>
              <a:rPr lang="en-US" dirty="0"/>
              <a:t>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11D285-2EC0-B2E5-9C04-404732AD0DFB}"/>
              </a:ext>
            </a:extLst>
          </p:cNvPr>
          <p:cNvSpPr txBox="1"/>
          <p:nvPr/>
        </p:nvSpPr>
        <p:spPr>
          <a:xfrm>
            <a:off x="3049030" y="451700"/>
            <a:ext cx="4266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https://onecompiler.com/vue/44sev9vy9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A3E7E95-0654-1FCE-E047-22E90ED06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6393" y="155138"/>
            <a:ext cx="3001679" cy="39596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21474C-4846-D247-C243-9E7F42FB1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057" y="2023758"/>
            <a:ext cx="3475130" cy="46068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19A69D-DAD1-CAB5-712A-4B2159979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7" y="1666978"/>
            <a:ext cx="4522756" cy="383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421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A43BB-4D4E-46E2-FD1D-044E32B7C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6983"/>
          </a:xfrm>
        </p:spPr>
        <p:txBody>
          <a:bodyPr/>
          <a:lstStyle/>
          <a:p>
            <a:r>
              <a:rPr lang="en-US" dirty="0"/>
              <a:t>Design concept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75AEDD-5B0F-C98C-37B0-EA47EE821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19" y="1778188"/>
            <a:ext cx="5412441" cy="458554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F1E0585-FA1C-5E83-3CDA-D4C64B0AE778}"/>
              </a:ext>
            </a:extLst>
          </p:cNvPr>
          <p:cNvCxnSpPr>
            <a:cxnSpLocks/>
          </p:cNvCxnSpPr>
          <p:nvPr/>
        </p:nvCxnSpPr>
        <p:spPr>
          <a:xfrm flipV="1">
            <a:off x="4300151" y="1053414"/>
            <a:ext cx="1502709" cy="3605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D951FB6-8099-3419-0CA5-0A65577BEC41}"/>
              </a:ext>
            </a:extLst>
          </p:cNvPr>
          <p:cNvSpPr txBox="1"/>
          <p:nvPr/>
        </p:nvSpPr>
        <p:spPr>
          <a:xfrm>
            <a:off x="5931241" y="172989"/>
            <a:ext cx="63141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th-TH" sz="2400" dirty="0"/>
              <a:t>เมือ</a:t>
            </a:r>
            <a:r>
              <a:rPr lang="en-US" sz="2400" dirty="0"/>
              <a:t> click </a:t>
            </a:r>
            <a:r>
              <a:rPr lang="th-TH" sz="2400" dirty="0"/>
              <a:t>ปุ่ม</a:t>
            </a:r>
            <a:r>
              <a:rPr lang="en-US" sz="2400" dirty="0"/>
              <a:t> app </a:t>
            </a:r>
            <a:r>
              <a:rPr lang="th-TH" sz="2400" dirty="0"/>
              <a:t>ต้องมีการ</a:t>
            </a:r>
            <a:r>
              <a:rPr lang="en-US" sz="2400" dirty="0"/>
              <a:t> load </a:t>
            </a:r>
            <a:r>
              <a:rPr lang="th-TH" sz="2400" dirty="0"/>
              <a:t>ข้อมูลใหม่จาก</a:t>
            </a:r>
            <a:r>
              <a:rPr lang="en-US" sz="2400" dirty="0"/>
              <a:t> sever/</a:t>
            </a:r>
            <a:r>
              <a:rPr lang="en-US" sz="2400" dirty="0" err="1"/>
              <a:t>api</a:t>
            </a:r>
            <a:endParaRPr lang="en-US" sz="2400" dirty="0"/>
          </a:p>
          <a:p>
            <a:pPr marL="342900" indent="-342900">
              <a:buAutoNum type="arabicPeriod"/>
            </a:pPr>
            <a:r>
              <a:rPr lang="en-US" sz="2400" dirty="0"/>
              <a:t>Webapp </a:t>
            </a:r>
            <a:r>
              <a:rPr lang="th-TH" sz="2400" dirty="0"/>
              <a:t>นำข้อมูลที่</a:t>
            </a:r>
            <a:r>
              <a:rPr lang="en-US" sz="2400" dirty="0"/>
              <a:t> load </a:t>
            </a:r>
            <a:r>
              <a:rPr lang="th-TH" sz="2400" dirty="0"/>
              <a:t>ใหม่แสดงทับหน้าเดิม</a:t>
            </a:r>
          </a:p>
          <a:p>
            <a:pPr marL="342900" indent="-342900">
              <a:buAutoNum type="arabicPeriod"/>
            </a:pPr>
            <a:r>
              <a:rPr lang="th-TH" sz="2400" dirty="0"/>
              <a:t>วิธีที่ง่ายคือใช้</a:t>
            </a:r>
            <a:r>
              <a:rPr lang="en-US" sz="2400" dirty="0"/>
              <a:t> &lt;a&gt; tag </a:t>
            </a:r>
            <a:r>
              <a:rPr lang="th-TH" sz="2400" dirty="0"/>
              <a:t>พร้อด้วย</a:t>
            </a:r>
            <a:r>
              <a:rPr lang="en-US" sz="2400" dirty="0"/>
              <a:t> parameter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4E73A2-799C-DC1E-887E-66E151D1E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597" y="3340617"/>
            <a:ext cx="2522836" cy="33443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674F46-8485-F15E-7F86-7E986AD5E0C4}"/>
              </a:ext>
            </a:extLst>
          </p:cNvPr>
          <p:cNvSpPr txBox="1"/>
          <p:nvPr/>
        </p:nvSpPr>
        <p:spPr>
          <a:xfrm>
            <a:off x="4621427" y="1786231"/>
            <a:ext cx="79454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&lt;a </a:t>
            </a:r>
            <a:r>
              <a:rPr lang="en-US" sz="2400" dirty="0" err="1"/>
              <a:t>href</a:t>
            </a:r>
            <a:r>
              <a:rPr lang="en-US" sz="2400" dirty="0"/>
              <a:t>="</a:t>
            </a:r>
            <a:r>
              <a:rPr lang="en-US" sz="2400" dirty="0">
                <a:solidFill>
                  <a:srgbClr val="FF0000"/>
                </a:solidFill>
              </a:rPr>
              <a:t>/detail</a:t>
            </a:r>
            <a:r>
              <a:rPr lang="en-US" sz="2400" dirty="0"/>
              <a:t>/1/John/edit" &gt; View &lt;/a&gt;</a:t>
            </a:r>
          </a:p>
          <a:p>
            <a:r>
              <a:rPr lang="en-US" sz="2400" dirty="0"/>
              <a:t>&lt;a </a:t>
            </a:r>
            <a:r>
              <a:rPr lang="en-US" sz="2400" dirty="0" err="1"/>
              <a:t>href</a:t>
            </a:r>
            <a:r>
              <a:rPr lang="en-US" sz="2400" dirty="0"/>
              <a:t>="</a:t>
            </a:r>
            <a:r>
              <a:rPr lang="en-US" sz="2400" dirty="0">
                <a:solidFill>
                  <a:srgbClr val="FF0000"/>
                </a:solidFill>
              </a:rPr>
              <a:t>/</a:t>
            </a:r>
            <a:r>
              <a:rPr lang="en-US" sz="2400" dirty="0" err="1">
                <a:solidFill>
                  <a:srgbClr val="FF0000"/>
                </a:solidFill>
              </a:rPr>
              <a:t>detail</a:t>
            </a:r>
            <a:r>
              <a:rPr lang="en-US" sz="2400" dirty="0" err="1"/>
              <a:t>?id</a:t>
            </a:r>
            <a:r>
              <a:rPr lang="en-US" sz="2400" dirty="0"/>
              <a:t>=1&amp;name=</a:t>
            </a:r>
            <a:r>
              <a:rPr lang="en-US" sz="2400" dirty="0" err="1"/>
              <a:t>John&amp;mode</a:t>
            </a:r>
            <a:r>
              <a:rPr lang="en-US" sz="2400" dirty="0"/>
              <a:t>=edit"&gt;View&lt;/a&gt;</a:t>
            </a:r>
          </a:p>
        </p:txBody>
      </p:sp>
    </p:spTree>
    <p:extLst>
      <p:ext uri="{BB962C8B-B14F-4D97-AF65-F5344CB8AC3E}">
        <p14:creationId xmlns:p14="http://schemas.microsoft.com/office/powerpoint/2010/main" val="2000266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2A63-07F0-557E-2A48-1763BA64C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การส่ง</a:t>
            </a:r>
            <a:r>
              <a:rPr lang="en-US" dirty="0"/>
              <a:t> parameter</a:t>
            </a:r>
            <a:r>
              <a:rPr lang="th-TH" dirty="0"/>
              <a:t> ของ</a:t>
            </a:r>
            <a:r>
              <a:rPr lang="en-US" dirty="0"/>
              <a:t> </a:t>
            </a:r>
            <a:r>
              <a:rPr lang="en-US" dirty="0" err="1"/>
              <a:t>vue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890786-0A74-5165-044E-C72FD25F270D}"/>
              </a:ext>
            </a:extLst>
          </p:cNvPr>
          <p:cNvSpPr txBox="1"/>
          <p:nvPr/>
        </p:nvSpPr>
        <p:spPr>
          <a:xfrm>
            <a:off x="1198595" y="1934511"/>
            <a:ext cx="876094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Path Parameter:</a:t>
            </a:r>
          </a:p>
          <a:p>
            <a:r>
              <a:rPr lang="en-US" sz="2400" dirty="0"/>
              <a:t>   	&lt;a </a:t>
            </a:r>
            <a:r>
              <a:rPr lang="en-US" sz="2400" dirty="0" err="1"/>
              <a:t>href</a:t>
            </a:r>
            <a:r>
              <a:rPr lang="en-US" sz="2400" dirty="0"/>
              <a:t>="</a:t>
            </a:r>
            <a:r>
              <a:rPr lang="en-US" sz="2400" dirty="0">
                <a:solidFill>
                  <a:srgbClr val="FF0000"/>
                </a:solidFill>
              </a:rPr>
              <a:t>/detail</a:t>
            </a:r>
            <a:r>
              <a:rPr lang="en-US" sz="2400" dirty="0"/>
              <a:t>/1/John/edit" &gt; View &lt;/a&gt;</a:t>
            </a:r>
          </a:p>
          <a:p>
            <a:endParaRPr lang="en-US" sz="2400" dirty="0"/>
          </a:p>
          <a:p>
            <a:r>
              <a:rPr lang="en-US" sz="2400" dirty="0"/>
              <a:t>Query string Parameter:</a:t>
            </a:r>
          </a:p>
          <a:p>
            <a:r>
              <a:rPr lang="en-US" sz="2400" dirty="0"/>
              <a:t>	&lt;a </a:t>
            </a:r>
            <a:r>
              <a:rPr lang="en-US" sz="2400" dirty="0" err="1"/>
              <a:t>href</a:t>
            </a:r>
            <a:r>
              <a:rPr lang="en-US" sz="2400" dirty="0"/>
              <a:t>="</a:t>
            </a:r>
            <a:r>
              <a:rPr lang="en-US" sz="2400" dirty="0">
                <a:solidFill>
                  <a:srgbClr val="FF0000"/>
                </a:solidFill>
              </a:rPr>
              <a:t>/</a:t>
            </a:r>
            <a:r>
              <a:rPr lang="en-US" sz="2400" dirty="0" err="1">
                <a:solidFill>
                  <a:srgbClr val="FF0000"/>
                </a:solidFill>
              </a:rPr>
              <a:t>detail</a:t>
            </a:r>
            <a:r>
              <a:rPr lang="en-US" sz="2400" dirty="0" err="1"/>
              <a:t>?id</a:t>
            </a:r>
            <a:r>
              <a:rPr lang="en-US" sz="2400" dirty="0"/>
              <a:t>=1&amp;name=</a:t>
            </a:r>
            <a:r>
              <a:rPr lang="en-US" sz="2400" dirty="0" err="1"/>
              <a:t>John&amp;mode</a:t>
            </a:r>
            <a:r>
              <a:rPr lang="en-US" sz="2400" dirty="0"/>
              <a:t>=edit"&gt;View&lt;/a&gt;</a:t>
            </a:r>
          </a:p>
        </p:txBody>
      </p:sp>
    </p:spTree>
    <p:extLst>
      <p:ext uri="{BB962C8B-B14F-4D97-AF65-F5344CB8AC3E}">
        <p14:creationId xmlns:p14="http://schemas.microsoft.com/office/powerpoint/2010/main" val="2366140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05275-CE3D-AB4A-5405-3DE9850EB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8767"/>
          </a:xfrm>
        </p:spPr>
        <p:txBody>
          <a:bodyPr/>
          <a:lstStyle/>
          <a:p>
            <a:r>
              <a:rPr lang="th-TH" b="1" dirty="0">
                <a:solidFill>
                  <a:schemeClr val="accent1"/>
                </a:solidFill>
              </a:rPr>
              <a:t>การใช้</a:t>
            </a:r>
            <a:r>
              <a:rPr lang="en-US" b="1" dirty="0">
                <a:solidFill>
                  <a:schemeClr val="accent1"/>
                </a:solidFill>
              </a:rPr>
              <a:t> Path Parameter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C7113-6A62-3E99-AAFA-F1AA03A6F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6000"/>
            <a:ext cx="10515600" cy="2067699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Url</a:t>
            </a:r>
            <a:endParaRPr lang="en-US" dirty="0"/>
          </a:p>
          <a:p>
            <a:pPr lvl="1"/>
            <a:r>
              <a:rPr lang="en-US" dirty="0"/>
              <a:t>/</a:t>
            </a:r>
            <a:r>
              <a:rPr lang="en-US" b="1" dirty="0">
                <a:solidFill>
                  <a:srgbClr val="FF0000"/>
                </a:solidFill>
              </a:rPr>
              <a:t>detail</a:t>
            </a:r>
            <a:r>
              <a:rPr lang="en-US" dirty="0">
                <a:highlight>
                  <a:srgbClr val="FFFF00"/>
                </a:highlight>
              </a:rPr>
              <a:t>/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1</a:t>
            </a:r>
            <a:r>
              <a:rPr lang="en-US" dirty="0">
                <a:highlight>
                  <a:srgbClr val="FFFF00"/>
                </a:highlight>
              </a:rPr>
              <a:t>/</a:t>
            </a:r>
            <a:r>
              <a:rPr lang="en-US" dirty="0">
                <a:solidFill>
                  <a:srgbClr val="009900"/>
                </a:solidFill>
                <a:highlight>
                  <a:srgbClr val="FFFF00"/>
                </a:highlight>
              </a:rPr>
              <a:t>john/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edit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User 	     : </a:t>
            </a:r>
            <a:r>
              <a:rPr lang="en-US" b="1" dirty="0" err="1">
                <a:solidFill>
                  <a:srgbClr val="FF0000"/>
                </a:solidFill>
              </a:rPr>
              <a:t>url</a:t>
            </a:r>
            <a:r>
              <a:rPr lang="en-US" b="1" dirty="0">
                <a:solidFill>
                  <a:srgbClr val="FF0000"/>
                </a:solidFill>
              </a:rPr>
              <a:t> path</a:t>
            </a:r>
          </a:p>
          <a:p>
            <a:pPr lvl="2"/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US" b="1" dirty="0">
                <a:solidFill>
                  <a:srgbClr val="FF0000"/>
                </a:solidFill>
              </a:rPr>
              <a:t> 	     : id (passing data)</a:t>
            </a:r>
          </a:p>
          <a:p>
            <a:pPr lvl="2"/>
            <a:r>
              <a:rPr lang="en-US" b="1" dirty="0">
                <a:solidFill>
                  <a:srgbClr val="009900"/>
                </a:solidFill>
              </a:rPr>
              <a:t>john</a:t>
            </a:r>
            <a:r>
              <a:rPr lang="en-US" b="1" dirty="0">
                <a:solidFill>
                  <a:srgbClr val="FF0000"/>
                </a:solidFill>
              </a:rPr>
              <a:t>         : name (passing data)</a:t>
            </a:r>
          </a:p>
          <a:p>
            <a:pPr lvl="2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Edit          </a:t>
            </a:r>
            <a:r>
              <a:rPr lang="en-US" b="1" dirty="0">
                <a:solidFill>
                  <a:srgbClr val="FF0000"/>
                </a:solidFill>
              </a:rPr>
              <a:t>: mode (passing data)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284BCE-2E26-6DD3-D60F-A831C6E90855}"/>
              </a:ext>
            </a:extLst>
          </p:cNvPr>
          <p:cNvSpPr txBox="1"/>
          <p:nvPr/>
        </p:nvSpPr>
        <p:spPr>
          <a:xfrm>
            <a:off x="7979392" y="1528797"/>
            <a:ext cx="421673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{</a:t>
            </a:r>
          </a:p>
          <a:p>
            <a:r>
              <a:rPr lang="en-US" b="1" dirty="0"/>
              <a:t> </a:t>
            </a:r>
            <a:r>
              <a:rPr lang="th-TH" b="1" dirty="0"/>
              <a:t> </a:t>
            </a:r>
            <a:r>
              <a:rPr lang="en-US" b="1" dirty="0"/>
              <a:t> path: ‘/</a:t>
            </a:r>
            <a:r>
              <a:rPr lang="en-US" b="1" dirty="0">
                <a:solidFill>
                  <a:srgbClr val="FF0000"/>
                </a:solidFill>
              </a:rPr>
              <a:t>detail</a:t>
            </a:r>
            <a:r>
              <a:rPr lang="en-US" b="1" dirty="0">
                <a:highlight>
                  <a:srgbClr val="FFFF00"/>
                </a:highlight>
              </a:rPr>
              <a:t>/</a:t>
            </a:r>
            <a:r>
              <a:rPr lang="en-US" b="1" dirty="0">
                <a:solidFill>
                  <a:schemeClr val="accent1"/>
                </a:solidFill>
                <a:highlight>
                  <a:srgbClr val="FFFF00"/>
                </a:highlight>
              </a:rPr>
              <a:t>:id</a:t>
            </a:r>
            <a:r>
              <a:rPr lang="en-US" b="1" dirty="0">
                <a:highlight>
                  <a:srgbClr val="FFFF00"/>
                </a:highlight>
              </a:rPr>
              <a:t>/</a:t>
            </a:r>
            <a:r>
              <a:rPr lang="en-US" b="1" dirty="0">
                <a:solidFill>
                  <a:srgbClr val="009900"/>
                </a:solidFill>
                <a:highlight>
                  <a:srgbClr val="FFFF00"/>
                </a:highlight>
              </a:rPr>
              <a:t>:name</a:t>
            </a:r>
            <a:r>
              <a:rPr lang="en-US" b="1" dirty="0">
                <a:highlight>
                  <a:srgbClr val="FFFF00"/>
                </a:highlight>
              </a:rPr>
              <a:t>/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:mode</a:t>
            </a:r>
            <a:r>
              <a:rPr lang="en-US" b="1" dirty="0"/>
              <a:t>',</a:t>
            </a:r>
          </a:p>
          <a:p>
            <a:r>
              <a:rPr lang="en-US" b="1" dirty="0"/>
              <a:t>  </a:t>
            </a:r>
            <a:r>
              <a:rPr lang="th-TH" b="1" dirty="0"/>
              <a:t> </a:t>
            </a:r>
            <a:r>
              <a:rPr lang="en-US" b="1" dirty="0"/>
              <a:t>name: 'user-detail',</a:t>
            </a:r>
          </a:p>
          <a:p>
            <a:r>
              <a:rPr lang="en-US" b="1" dirty="0"/>
              <a:t>  </a:t>
            </a:r>
            <a:r>
              <a:rPr lang="th-TH" b="1" dirty="0"/>
              <a:t> </a:t>
            </a:r>
            <a:r>
              <a:rPr lang="en-US" b="1" dirty="0"/>
              <a:t>component: </a:t>
            </a:r>
            <a:r>
              <a:rPr lang="en-US" b="1" dirty="0" err="1"/>
              <a:t>UserDetail</a:t>
            </a:r>
            <a:endParaRPr lang="en-US" b="1" dirty="0"/>
          </a:p>
          <a:p>
            <a:r>
              <a:rPr lang="en-US" b="1" dirty="0"/>
              <a:t>},</a:t>
            </a:r>
          </a:p>
          <a:p>
            <a:endParaRPr lang="en-US" b="1" dirty="0"/>
          </a:p>
          <a:p>
            <a:r>
              <a:rPr lang="en-US" b="1" dirty="0"/>
              <a:t>{</a:t>
            </a:r>
          </a:p>
          <a:p>
            <a:r>
              <a:rPr lang="en-US" b="1" dirty="0"/>
              <a:t> </a:t>
            </a:r>
            <a:r>
              <a:rPr lang="th-TH" b="1" dirty="0"/>
              <a:t> </a:t>
            </a:r>
            <a:r>
              <a:rPr lang="en-US" b="1" dirty="0"/>
              <a:t> path: '/</a:t>
            </a:r>
            <a:r>
              <a:rPr lang="en-US" b="1" dirty="0">
                <a:solidFill>
                  <a:srgbClr val="FF0000"/>
                </a:solidFill>
              </a:rPr>
              <a:t>admin/data</a:t>
            </a:r>
            <a:r>
              <a:rPr lang="en-US" b="1" dirty="0">
                <a:highlight>
                  <a:srgbClr val="FFFF00"/>
                </a:highlight>
              </a:rPr>
              <a:t>/</a:t>
            </a:r>
            <a:r>
              <a:rPr lang="en-US" b="1" dirty="0">
                <a:solidFill>
                  <a:schemeClr val="accent1"/>
                </a:solidFill>
                <a:highlight>
                  <a:srgbClr val="FFFF00"/>
                </a:highlight>
              </a:rPr>
              <a:t>:code</a:t>
            </a:r>
            <a:r>
              <a:rPr lang="en-US" b="1" dirty="0">
                <a:highlight>
                  <a:srgbClr val="FFFF00"/>
                </a:highlight>
              </a:rPr>
              <a:t>/</a:t>
            </a:r>
            <a:r>
              <a:rPr lang="en-US" b="1" dirty="0">
                <a:solidFill>
                  <a:srgbClr val="009900"/>
                </a:solidFill>
                <a:highlight>
                  <a:srgbClr val="FFFF00"/>
                </a:highlight>
              </a:rPr>
              <a:t>:title</a:t>
            </a:r>
            <a:r>
              <a:rPr lang="en-US" b="1" dirty="0"/>
              <a:t>',</a:t>
            </a:r>
          </a:p>
          <a:p>
            <a:r>
              <a:rPr lang="en-US" b="1" dirty="0"/>
              <a:t>  </a:t>
            </a:r>
            <a:r>
              <a:rPr lang="th-TH" b="1" dirty="0"/>
              <a:t> </a:t>
            </a:r>
            <a:r>
              <a:rPr lang="en-US" b="1" dirty="0"/>
              <a:t>name: 'user-detail',</a:t>
            </a:r>
          </a:p>
          <a:p>
            <a:r>
              <a:rPr lang="en-US" b="1" dirty="0"/>
              <a:t>  </a:t>
            </a:r>
            <a:r>
              <a:rPr lang="th-TH" b="1" dirty="0"/>
              <a:t> </a:t>
            </a:r>
            <a:r>
              <a:rPr lang="en-US" b="1" dirty="0"/>
              <a:t>component: </a:t>
            </a:r>
            <a:r>
              <a:rPr lang="en-US" b="1" dirty="0" err="1"/>
              <a:t>UserDetail</a:t>
            </a:r>
            <a:endParaRPr lang="en-US" b="1" dirty="0"/>
          </a:p>
          <a:p>
            <a:r>
              <a:rPr lang="en-US" b="1" dirty="0"/>
              <a:t>}</a:t>
            </a:r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6A69F7-0E18-6C63-66FD-57A182AB10BA}"/>
              </a:ext>
            </a:extLst>
          </p:cNvPr>
          <p:cNvSpPr txBox="1">
            <a:spLocks/>
          </p:cNvSpPr>
          <p:nvPr/>
        </p:nvSpPr>
        <p:spPr>
          <a:xfrm>
            <a:off x="916458" y="3250770"/>
            <a:ext cx="10515600" cy="16033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Url</a:t>
            </a:r>
            <a:endParaRPr lang="en-US" dirty="0"/>
          </a:p>
          <a:p>
            <a:pPr lvl="1"/>
            <a:r>
              <a:rPr lang="en-US" dirty="0"/>
              <a:t>/</a:t>
            </a:r>
            <a:r>
              <a:rPr lang="en-US" b="1" dirty="0">
                <a:solidFill>
                  <a:srgbClr val="FF0000"/>
                </a:solidFill>
              </a:rPr>
              <a:t>admin/data</a:t>
            </a:r>
            <a:r>
              <a:rPr lang="en-US" dirty="0">
                <a:highlight>
                  <a:srgbClr val="FFFF00"/>
                </a:highlight>
              </a:rPr>
              <a:t>/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101</a:t>
            </a:r>
            <a:r>
              <a:rPr lang="en-US" dirty="0">
                <a:highlight>
                  <a:srgbClr val="FFFF00"/>
                </a:highlight>
              </a:rPr>
              <a:t>/</a:t>
            </a:r>
            <a:r>
              <a:rPr lang="en-US" dirty="0">
                <a:solidFill>
                  <a:srgbClr val="00B050"/>
                </a:solidFill>
                <a:highlight>
                  <a:srgbClr val="FFFF00"/>
                </a:highlight>
              </a:rPr>
              <a:t>titanic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/admin/data  : </a:t>
            </a:r>
            <a:r>
              <a:rPr lang="en-US" b="1" dirty="0" err="1">
                <a:solidFill>
                  <a:srgbClr val="FF0000"/>
                </a:solidFill>
              </a:rPr>
              <a:t>url</a:t>
            </a:r>
            <a:r>
              <a:rPr lang="en-US" b="1" dirty="0">
                <a:solidFill>
                  <a:srgbClr val="FF0000"/>
                </a:solidFill>
              </a:rPr>
              <a:t> path</a:t>
            </a:r>
          </a:p>
          <a:p>
            <a:pPr lvl="2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101</a:t>
            </a:r>
            <a:r>
              <a:rPr lang="en-US" b="1" dirty="0">
                <a:solidFill>
                  <a:srgbClr val="FF0000"/>
                </a:solidFill>
              </a:rPr>
              <a:t> 	             : code (passing data)</a:t>
            </a:r>
          </a:p>
          <a:p>
            <a:pPr lvl="2"/>
            <a:r>
              <a:rPr lang="en-US" b="1" dirty="0">
                <a:solidFill>
                  <a:srgbClr val="00B050"/>
                </a:solidFill>
              </a:rPr>
              <a:t>titanic</a:t>
            </a:r>
            <a:r>
              <a:rPr lang="en-US" b="1" dirty="0">
                <a:solidFill>
                  <a:srgbClr val="FF0000"/>
                </a:solidFill>
              </a:rPr>
              <a:t>              : title (passing data)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1518AA-37DC-0F98-1F23-589E1EE72879}"/>
              </a:ext>
            </a:extLst>
          </p:cNvPr>
          <p:cNvSpPr txBox="1"/>
          <p:nvPr/>
        </p:nvSpPr>
        <p:spPr>
          <a:xfrm>
            <a:off x="568411" y="5881814"/>
            <a:ext cx="8149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dirty="0">
                <a:solidFill>
                  <a:srgbClr val="0070C0"/>
                </a:solidFill>
              </a:rPr>
              <a:t>เหมาะกับข้อมูลทั่วไปที่ไม่ระดับชั้นความรับ  </a:t>
            </a:r>
            <a:r>
              <a:rPr lang="en-US" sz="3200" dirty="0">
                <a:solidFill>
                  <a:srgbClr val="0070C0"/>
                </a:solidFill>
              </a:rPr>
              <a:t>:  Number &amp; String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34D6A-9D20-1416-5778-C0599B9BC590}"/>
              </a:ext>
            </a:extLst>
          </p:cNvPr>
          <p:cNvSpPr txBox="1"/>
          <p:nvPr/>
        </p:nvSpPr>
        <p:spPr>
          <a:xfrm>
            <a:off x="7451124" y="701155"/>
            <a:ext cx="1266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Route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71EF20-3F86-D009-B534-93BBA5702DC4}"/>
              </a:ext>
            </a:extLst>
          </p:cNvPr>
          <p:cNvSpPr txBox="1"/>
          <p:nvPr/>
        </p:nvSpPr>
        <p:spPr>
          <a:xfrm>
            <a:off x="5989944" y="1259308"/>
            <a:ext cx="6098058" cy="82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createRouter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425"/>
              </a:lnSpc>
            </a:pPr>
            <a:endParaRPr lang="en-US" dirty="0"/>
          </a:p>
          <a:p>
            <a:pPr>
              <a:lnSpc>
                <a:spcPts val="1425"/>
              </a:lnSpc>
            </a:pPr>
            <a:r>
              <a:rPr lang="en-US" dirty="0"/>
              <a:t>           routes: [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661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2D0AEF-E373-E5AE-95D6-93AE718B58D2}"/>
              </a:ext>
            </a:extLst>
          </p:cNvPr>
          <p:cNvSpPr txBox="1"/>
          <p:nvPr/>
        </p:nvSpPr>
        <p:spPr>
          <a:xfrm>
            <a:off x="293465" y="945666"/>
            <a:ext cx="5699554" cy="37173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   </a:t>
            </a:r>
            <a:r>
              <a:rPr lang="en-US" sz="240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RouterLink</a:t>
            </a:r>
            <a:endParaRPr lang="en-US" sz="2400" dirty="0">
              <a:solidFill>
                <a:srgbClr val="50A14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:to</a:t>
            </a:r>
            <a:r>
              <a:rPr lang="en-US" sz="240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"{</a:t>
            </a: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50A14F"/>
                </a:solidFill>
                <a:latin typeface="Consolas" panose="020B0609020204030204" pitchFamily="49" charset="0"/>
              </a:rPr>
              <a:t>   </a:t>
            </a: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     name  : 'user-detail</a:t>
            </a:r>
            <a:r>
              <a:rPr lang="en-US" sz="2400" dirty="0">
                <a:solidFill>
                  <a:srgbClr val="50A14F"/>
                </a:solidFill>
                <a:latin typeface="Consolas" panose="020B0609020204030204" pitchFamily="49" charset="0"/>
              </a:rPr>
              <a:t>'</a:t>
            </a: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        params: {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240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50A14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          name: 'John’,</a:t>
            </a: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50A14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'edit</a:t>
            </a: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      }</a:t>
            </a:r>
            <a:r>
              <a:rPr lang="en-US" sz="2400" dirty="0">
                <a:solidFill>
                  <a:srgbClr val="50A14F"/>
                </a:solidFill>
                <a:latin typeface="Consolas" panose="020B0609020204030204" pitchFamily="49" charset="0"/>
              </a:rPr>
              <a:t>"</a:t>
            </a:r>
            <a:endParaRPr lang="en-US" sz="2400" dirty="0">
              <a:solidFill>
                <a:srgbClr val="50A14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&gt;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3F7F3-C009-BA08-6A3E-85A72DD106C7}"/>
              </a:ext>
            </a:extLst>
          </p:cNvPr>
          <p:cNvSpPr txBox="1"/>
          <p:nvPr/>
        </p:nvSpPr>
        <p:spPr>
          <a:xfrm>
            <a:off x="6546001" y="552611"/>
            <a:ext cx="48222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{</a:t>
            </a:r>
          </a:p>
          <a:p>
            <a:r>
              <a:rPr lang="en-US" sz="2400" b="1" dirty="0"/>
              <a:t> </a:t>
            </a:r>
            <a:r>
              <a:rPr lang="th-TH" sz="2400" b="1" dirty="0"/>
              <a:t> </a:t>
            </a:r>
            <a:r>
              <a:rPr lang="en-US" sz="2400" b="1" dirty="0"/>
              <a:t> path: ‘/</a:t>
            </a:r>
            <a:r>
              <a:rPr lang="en-US" sz="2400" b="1" dirty="0">
                <a:solidFill>
                  <a:srgbClr val="FF0000"/>
                </a:solidFill>
              </a:rPr>
              <a:t>detail</a:t>
            </a:r>
            <a:r>
              <a:rPr lang="en-US" sz="2400" b="1" dirty="0">
                <a:highlight>
                  <a:srgbClr val="FFFF00"/>
                </a:highlight>
              </a:rPr>
              <a:t>/</a:t>
            </a:r>
            <a:r>
              <a:rPr lang="en-US" sz="2400" b="1" dirty="0">
                <a:solidFill>
                  <a:schemeClr val="accent1"/>
                </a:solidFill>
                <a:highlight>
                  <a:srgbClr val="FFFF00"/>
                </a:highlight>
              </a:rPr>
              <a:t>:id</a:t>
            </a:r>
            <a:r>
              <a:rPr lang="en-US" sz="2400" b="1" dirty="0">
                <a:highlight>
                  <a:srgbClr val="FFFF00"/>
                </a:highlight>
              </a:rPr>
              <a:t>/</a:t>
            </a:r>
            <a:r>
              <a:rPr lang="en-US" sz="2400" b="1" dirty="0">
                <a:solidFill>
                  <a:srgbClr val="009900"/>
                </a:solidFill>
                <a:highlight>
                  <a:srgbClr val="FFFF00"/>
                </a:highlight>
              </a:rPr>
              <a:t>:name</a:t>
            </a:r>
            <a:r>
              <a:rPr lang="en-US" sz="2400" b="1" dirty="0">
                <a:highlight>
                  <a:srgbClr val="FFFF00"/>
                </a:highlight>
              </a:rPr>
              <a:t>/: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mode</a:t>
            </a:r>
            <a:r>
              <a:rPr lang="en-US" sz="2400" b="1" dirty="0"/>
              <a:t>',</a:t>
            </a:r>
          </a:p>
          <a:p>
            <a:r>
              <a:rPr lang="en-US" sz="2400" b="1" dirty="0"/>
              <a:t>  </a:t>
            </a:r>
            <a:r>
              <a:rPr lang="th-TH" sz="2400" b="1" dirty="0"/>
              <a:t> </a:t>
            </a:r>
            <a:r>
              <a:rPr lang="en-US" sz="2400" b="1" dirty="0"/>
              <a:t>name: 'user-detail',</a:t>
            </a:r>
          </a:p>
          <a:p>
            <a:r>
              <a:rPr lang="en-US" sz="2400" b="1" dirty="0"/>
              <a:t>  </a:t>
            </a:r>
            <a:r>
              <a:rPr lang="th-TH" sz="2400" b="1" dirty="0"/>
              <a:t> </a:t>
            </a:r>
            <a:r>
              <a:rPr lang="en-US" sz="2400" b="1" dirty="0"/>
              <a:t>component: </a:t>
            </a:r>
            <a:r>
              <a:rPr lang="en-US" sz="2400" b="1" dirty="0" err="1"/>
              <a:t>UserDetail</a:t>
            </a:r>
            <a:endParaRPr lang="en-US" sz="2400" b="1" dirty="0"/>
          </a:p>
          <a:p>
            <a:r>
              <a:rPr lang="en-US" sz="2400" b="1" dirty="0"/>
              <a:t>},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EB93BE-CE11-C2E6-8D4D-70190899B986}"/>
              </a:ext>
            </a:extLst>
          </p:cNvPr>
          <p:cNvSpPr txBox="1"/>
          <p:nvPr/>
        </p:nvSpPr>
        <p:spPr>
          <a:xfrm>
            <a:off x="3061385" y="4974282"/>
            <a:ext cx="76272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&lt;a </a:t>
            </a:r>
            <a:r>
              <a:rPr lang="en-US" sz="3200" dirty="0" err="1"/>
              <a:t>href</a:t>
            </a:r>
            <a:r>
              <a:rPr lang="en-US" sz="3200" dirty="0"/>
              <a:t>="#/detail/1/John/edit" &gt; </a:t>
            </a:r>
            <a:r>
              <a:rPr lang="en-US" sz="3200" dirty="0" err="1"/>
              <a:t>jone</a:t>
            </a:r>
            <a:r>
              <a:rPr lang="en-US" sz="3200" dirty="0"/>
              <a:t> &lt;/a&gt;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D47DDF-5678-4EE6-9AD5-C5B838E5AC43}"/>
              </a:ext>
            </a:extLst>
          </p:cNvPr>
          <p:cNvSpPr txBox="1"/>
          <p:nvPr/>
        </p:nvSpPr>
        <p:spPr>
          <a:xfrm>
            <a:off x="1751567" y="-26953"/>
            <a:ext cx="31499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component: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UserDetail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9177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065C9-6F07-CD75-A036-E54BCBCC8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การอ้างข้อมูลที่ถูกจัดส่งไปให้</a:t>
            </a:r>
            <a:r>
              <a:rPr lang="en-US" dirty="0"/>
              <a:t> child component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6EF6A7-8E34-FA7E-0B3C-679C7AEF6F74}"/>
              </a:ext>
            </a:extLst>
          </p:cNvPr>
          <p:cNvSpPr txBox="1"/>
          <p:nvPr/>
        </p:nvSpPr>
        <p:spPr>
          <a:xfrm>
            <a:off x="293465" y="2292555"/>
            <a:ext cx="5699554" cy="37173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latin typeface="Consolas" panose="020B0609020204030204" pitchFamily="49" charset="0"/>
              </a:rPr>
              <a:t>   </a:t>
            </a:r>
            <a:r>
              <a:rPr lang="en-US" sz="240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RouterLink</a:t>
            </a:r>
            <a:endParaRPr lang="en-US" sz="2400" dirty="0">
              <a:solidFill>
                <a:srgbClr val="50A14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:to</a:t>
            </a:r>
            <a:r>
              <a:rPr lang="en-US" sz="240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"{</a:t>
            </a: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50A14F"/>
                </a:solidFill>
                <a:latin typeface="Consolas" panose="020B0609020204030204" pitchFamily="49" charset="0"/>
              </a:rPr>
              <a:t>   </a:t>
            </a: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     name  : 'user-detail</a:t>
            </a:r>
            <a:r>
              <a:rPr lang="en-US" sz="2400" dirty="0">
                <a:solidFill>
                  <a:srgbClr val="50A14F"/>
                </a:solidFill>
                <a:latin typeface="Consolas" panose="020B0609020204030204" pitchFamily="49" charset="0"/>
              </a:rPr>
              <a:t>'</a:t>
            </a: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        params: {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240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50A14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          name: 'John’,</a:t>
            </a: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50A14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'edit</a:t>
            </a: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      }</a:t>
            </a:r>
            <a:r>
              <a:rPr lang="en-US" sz="2400" dirty="0">
                <a:solidFill>
                  <a:srgbClr val="50A14F"/>
                </a:solidFill>
                <a:latin typeface="Consolas" panose="020B0609020204030204" pitchFamily="49" charset="0"/>
              </a:rPr>
              <a:t>"</a:t>
            </a:r>
            <a:endParaRPr lang="en-US" sz="2400" dirty="0">
              <a:solidFill>
                <a:srgbClr val="50A14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&gt;</a:t>
            </a:r>
          </a:p>
          <a:p>
            <a:pPr>
              <a:lnSpc>
                <a:spcPts val="1425"/>
              </a:lnSpc>
              <a:buNone/>
            </a:pPr>
            <a:endParaRPr lang="en-US" sz="240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2D1E76-090E-1ABE-7C30-19551AFEC895}"/>
              </a:ext>
            </a:extLst>
          </p:cNvPr>
          <p:cNvSpPr txBox="1"/>
          <p:nvPr/>
        </p:nvSpPr>
        <p:spPr>
          <a:xfrm>
            <a:off x="6583072" y="1917008"/>
            <a:ext cx="49210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import { </a:t>
            </a:r>
            <a:r>
              <a:rPr lang="en-US" sz="2400" dirty="0" err="1"/>
              <a:t>useRoute</a:t>
            </a:r>
            <a:r>
              <a:rPr lang="en-US" sz="2400" dirty="0"/>
              <a:t> } from '</a:t>
            </a:r>
            <a:r>
              <a:rPr lang="en-US" sz="2400" dirty="0" err="1"/>
              <a:t>vue</a:t>
            </a:r>
            <a:r>
              <a:rPr lang="en-US" sz="2400" dirty="0"/>
              <a:t>-router'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const </a:t>
            </a:r>
            <a:r>
              <a:rPr lang="en-US" sz="2400" dirty="0">
                <a:solidFill>
                  <a:srgbClr val="FF0000"/>
                </a:solidFill>
              </a:rPr>
              <a:t>route</a:t>
            </a:r>
            <a:r>
              <a:rPr lang="en-US" sz="2400" dirty="0"/>
              <a:t> = </a:t>
            </a:r>
            <a:r>
              <a:rPr lang="en-US" sz="2400" dirty="0" err="1"/>
              <a:t>useRoute</a:t>
            </a:r>
            <a:r>
              <a:rPr lang="en-US" sz="2400" dirty="0"/>
              <a:t>()</a:t>
            </a:r>
          </a:p>
          <a:p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0F58C0-8D50-29F8-0614-575CB262A202}"/>
              </a:ext>
            </a:extLst>
          </p:cNvPr>
          <p:cNvSpPr txBox="1"/>
          <p:nvPr/>
        </p:nvSpPr>
        <p:spPr>
          <a:xfrm>
            <a:off x="6125869" y="3658799"/>
            <a:ext cx="6098058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&lt;template&gt;</a:t>
            </a:r>
            <a:br>
              <a:rPr lang="en-US" sz="2400" dirty="0"/>
            </a:br>
            <a:r>
              <a:rPr lang="en-US" sz="2400" dirty="0"/>
              <a:t> &lt;p&gt;ID : {{</a:t>
            </a:r>
            <a:r>
              <a:rPr lang="en-US" sz="2400" dirty="0">
                <a:solidFill>
                  <a:srgbClr val="FF0000"/>
                </a:solidFill>
              </a:rPr>
              <a:t>route</a:t>
            </a:r>
            <a:r>
              <a:rPr lang="en-US" sz="2400" dirty="0"/>
              <a:t>.params.</a:t>
            </a:r>
            <a:r>
              <a:rPr lang="en-US" sz="2400" dirty="0">
                <a:solidFill>
                  <a:schemeClr val="accent1"/>
                </a:solidFill>
              </a:rPr>
              <a:t>id</a:t>
            </a:r>
            <a:r>
              <a:rPr lang="en-US" sz="2400" dirty="0"/>
              <a:t> }}&lt;/p&gt;</a:t>
            </a:r>
          </a:p>
          <a:p>
            <a:r>
              <a:rPr lang="en-US" sz="2400" dirty="0"/>
              <a:t>  &lt;p&gt;Name : {{</a:t>
            </a:r>
            <a:r>
              <a:rPr lang="en-US" sz="2400" dirty="0">
                <a:solidFill>
                  <a:srgbClr val="FF0000"/>
                </a:solidFill>
              </a:rPr>
              <a:t>route</a:t>
            </a:r>
            <a:r>
              <a:rPr lang="en-US" sz="2400" dirty="0"/>
              <a:t>.params.</a:t>
            </a:r>
            <a:r>
              <a:rPr lang="en-US" sz="2400" dirty="0">
                <a:solidFill>
                  <a:srgbClr val="00B050"/>
                </a:solidFill>
              </a:rPr>
              <a:t>name</a:t>
            </a:r>
            <a:r>
              <a:rPr lang="en-US" sz="2400" dirty="0"/>
              <a:t> }}&lt;/p&gt;</a:t>
            </a:r>
          </a:p>
          <a:p>
            <a:r>
              <a:rPr lang="en-US" sz="2400" dirty="0"/>
              <a:t>&lt;/template&gt;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28062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4817</TotalTime>
  <Words>503</Words>
  <Application>Microsoft Office PowerPoint</Application>
  <PresentationFormat>Widescreen</PresentationFormat>
  <Paragraphs>96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Office Theme</vt:lpstr>
      <vt:lpstr> (ตอน:การใช้ Path Parameter )</vt:lpstr>
      <vt:lpstr>โจทย์ :</vt:lpstr>
      <vt:lpstr>Design concept</vt:lpstr>
      <vt:lpstr>การส่ง parameter ของ vue</vt:lpstr>
      <vt:lpstr>การใช้ Path Parameter</vt:lpstr>
      <vt:lpstr>PowerPoint Presentation</vt:lpstr>
      <vt:lpstr>การอ้างข้อมูลที่ถูกจัดส่งไปให้ child component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lastModifiedBy>rapirak jirayu</cp:lastModifiedBy>
  <cp:revision>145</cp:revision>
  <dcterms:created xsi:type="dcterms:W3CDTF">2026-05-16T02:50:47Z</dcterms:created>
  <dcterms:modified xsi:type="dcterms:W3CDTF">2026-06-17T15:27:53Z</dcterms:modified>
</cp:coreProperties>
</file>