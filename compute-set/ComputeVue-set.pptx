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8064" autoAdjust="0"/>
  </p:normalViewPr>
  <p:slideViewPr>
    <p:cSldViewPr snapToGrid="0">
      <p:cViewPr varScale="1">
        <p:scale>
          <a:sx n="81" d="100"/>
          <a:sy n="81" d="100"/>
        </p:scale>
        <p:origin x="16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7110E-BCC6-447B-9397-6DC4A2F90F28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89E7C3-4AC7-4D9B-AA7F-238F47B86F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91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play.vuejs.org/#eNp9UbtqwzAU/ZWLljjgOkM7BSfQhgzt0Ja+Ji3GuXGcypLQwwkY/3uv5NjtUDIIpPO4nKPbsXuts9YjW7LclqbWDiw6r9dc1o1WxkEHBvcpnApXHqCHvVENzMgx45LLUknroEFriwphFaTJbDYPVDQkFyqFROLpqxAe57BaQ8cljLasDTCZR0Xm1KfWaDaFxYRm9XTyxZCOctHDYaNF4TC+APJaau+gvWnUDsWKs8tkzmAxSvS666agfZ8vQsUwd5rFUuYsFdrXVXa0StKXxJiclarRtUDzol1NhTlbDgUCVwihTk8Rc8ZjOuLlAcvvf/CjPQeMs1eDFk1LISfOFaZCN9Db92c8030iqZsXpL5CvqFVwoeMg+zByx3F/qOLaR/jYmtZfdjt2aG0Y6kQNCj7qOeMtry5Uv037m12F320K9b/ACKOx6E=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9E7C3-4AC7-4D9B-AA7F-238F47B86F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99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setup&gt;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{ ref, watch } from '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message = ref('')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watch(message,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newValue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=&gt; 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message.value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newValue.toUpperCase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&lt;template&gt;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&lt;input v-model="message" /&gt;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&lt;p&gt;{{ message }}&lt;/p&gt;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&lt;/template&gt;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9E7C3-4AC7-4D9B-AA7F-238F47B86F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61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46D0-C55A-55E1-008A-F9663B7A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681D39-3EF9-00F6-542B-6E9FFB056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B8E882-FECA-AE33-91DC-84F449623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7A265-F2E8-854C-8E6C-EE3B5C401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9E7C3-4AC7-4D9B-AA7F-238F47B86F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360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play.vuejs.org/#eNp9Uk1v2zAM/SuEMMAuEKjotlOWFmuDHrbDVvTjpkNdh3HdypIgUWkAw/+9lAI7SVHUB5vmeyQfP3px6ZzcRBRzsQi1bx1BQIruQpm2c9YT9OBxPYPadi4SrmCAtbcdFBxUKKNMbU0g6DCEqkE4T+yyKE5GIDqH/h63xNCYo+yVAWiQyhPIJjBkgtUotW3KxzPJ2HzMKTeVjinzt/7IMzxykRTrWbA3x/SEDLP05nbK7Pq81nfJhDnsaxzn/qghfyXZh9TWsgpYZuKgzMBGMqeGp5jiTFZP9ar4BcosTndTvmCb/wg7pytCHjcsniKRNfC71m39eq7E4egKzlAokXj83CHB5dUyBZ3uohhIUN9PQcMAud5UQswEBe593TbyJVjDK88DUSLtpdXo/ztqeTZKzMdRKVFpbd/+Zh/5iHmkOeYZ69dP/C9hm3xK3HgM6DeoxIRR5XmxO/j67h+LPAA7u4qa2V+At8h7i0njjnYVzYplH/Cy2j/5cFvT3IfrLaEJY1NJ6P4wlOATXn7R+l7uD/lz3LIY3gHosR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9E7C3-4AC7-4D9B-AA7F-238F47B86F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71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35322-1582-59F0-7F08-7B720549D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99463-25F4-1B8E-A19D-52E174279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41848-5202-2FC6-C89D-EFDF9ED75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play.vuejs.org/#eNp9Uk1P3DAQ/StTq1KCtHFE29N2WalFHNoDID5uPhCysyHg2JY/lpWi/HfGjpJlEeKS2PPejOe9mZ79MYbvArIlW7natsaDQx/MWqi2M9p66MHidgG17kzwuIEBtlZ3kFFSJpRQtVbOQ4fOVQ3CWWTnWXYyAcEYtHe49wRNNfJeKIAGfX4C6QgEKaclcqmb/OGUE7acavJdJUOs/L0/igwP9EjMtdSwVcf0iAyL+CU5eQp9/tYPToQlHN44rv2xh/TnXt9HWeeVwzwRB6EGOtCxLA+S56zslFeP9Sb7DUKtytFncpguHjsjK4/pBrBqFTkEu6LTG5Rngs21BINyTPlWFEQ0675/Z+4wrEqzBiiKkVTOhdmCeUeSt23Dn51WNOnkg2BxHK1Ee2V8S5YItpwcEqySUr/+TzFvAyYnU84T1i+fxJ/dPsYEu7bo0O5QsBnzlaV5jvDF7WUSM4MkNEhifwHeII0rxB5H2t+gNtT2O17q9l/a11Y1d+5i71G5SVRs9LAPgtHmnn8h/dDuT/5rGi4b3gBSJg61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2E41D-7683-F51C-97E6-B3F52F963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9E7C3-4AC7-4D9B-AA7F-238F47B86F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7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05933-174B-1288-5DE0-8B2F82C9C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5103C6-F8D6-51FC-7974-268484CF56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3AE14-EA4E-C9B2-5379-C40F87873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44EE4-6ACC-623D-6526-A09E0F4CE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8CBEC6-FDA7-6FBF-D919-DB483B59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80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46D7-E167-89DB-6588-C01F05787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4B75B-D8A6-D630-E2C8-6593E72D9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AD2C5-719E-B5CF-958B-12A880238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3D707-9D11-D320-0D11-5598A6CC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230FE-FE44-7645-C3BC-97BF1FAD7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C34B9-F291-3934-C5A5-C763A267A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59339-7B69-FAD0-795D-98B42D46B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ACFFB-9CFB-2384-47BF-DC7CCFC7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D6860-064F-881B-21D2-1E9D2DD41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D21D3-39D8-4C34-1BF3-5E4F01790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4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E12D1-C780-FC86-043E-F3AEC82A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B8092-7E30-B359-CA10-2E237EAA0C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3478A-E52E-A5CE-9387-040CA8AE8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C51D7-3EF6-B49E-0CB2-FAFF561AD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2A246-CCEC-AD8B-D8FB-04799A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E38CB-D520-1BA6-E0D8-58698E8C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1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3D34F-46D3-D409-BDE0-FA1D0BB1D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63F7-9CFD-897E-4E53-392D7BCB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079D1F-7407-9FBC-6AD0-FA9D5A27E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671D5C-EE38-22DB-5240-B5B14D158C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F85B5C-C033-C4C8-EE66-3E32566904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287EE0-22EC-9574-7E79-02C6AE5B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E73381-AF29-C2F0-B592-B46C7F18A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76E21E-53EA-65CA-016F-DCBAD73B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229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94FEA-77C7-46DA-4BE9-819574A6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228E9-9D1A-B5E7-C876-27C63B1F1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DF73E-A260-9517-384D-FB94628F0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1417A-24DF-C6FD-75A1-3D905F4B2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97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83C45B-180A-CBF3-6C9B-26EFBEBA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EF93F9-330D-EDDE-896B-2D0248E8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5F752-8F0C-8C5A-1ED5-9AF7261B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094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24F44-A890-CFE5-5532-D36094404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8F2C7-2EF8-E8E9-080E-980BA0173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4DD69B-E71A-6AC0-735D-8501592C14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55000A-6BB0-15A9-F4B5-88A81E3E5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92AC17-B0AF-F77E-E737-9E58E056B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49A1E6-D72E-6AE7-896E-B50E7C55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702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13F9-AB37-4877-16C9-F22946A2A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C4A22B-EB3B-C528-C1F3-C5FD78DE07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F10E6-879E-2D2C-D19E-7311182470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A57338-D76D-0480-0320-9E71D143E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54EB1B-EABD-A254-F747-E309674C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ECD64-144D-BE36-27FB-01ABD0F2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999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959F-2B64-7CDA-54E5-DA07ED7D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4DEBCE-F113-50FD-271B-3B0AD55B9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C08BF-8744-F80D-BFB1-B12A2F550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A00C-700B-F543-6B88-865ECC86F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F2355-A509-FD36-E598-A1A30CD13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514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A5BFAE-1ACE-33BF-6ED5-48D01AE815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B9F4D0-C0F5-BCC6-5B62-87E3BE865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3D146-64BE-F746-67AC-C0C8B82B6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FF4CF-364A-C2E0-E564-B0A01CFF8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9E807-6592-B707-0595-4288A48B7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39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3B626D-8431-04A6-852A-9B8B3F87B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824E6-3935-F61D-7296-D385BB0B9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DA5C1-92A4-A82D-9688-3A5E7BA1C8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1EC168-6675-41B9-AE39-3BF3D6195E52}" type="datetimeFigureOut">
              <a:rPr lang="en-US" smtClean="0"/>
              <a:t>15/05/2026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2585B-56CC-5019-1AA6-3B13130CC3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6389C-75FA-52CE-1809-2227994A6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20858-9E2F-471D-8F99-E5F1040D5B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15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pirakgmail/Vue-Fundamental/blob/main/compute-set/compute-watch.zi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pirakgmail/Vue-Fundamental/blob/main/compute-set/compute-btn.zi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pirakgmail/Vue-Fundamental/blob/main/compute-set/compute-watch.zip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3A137-D867-60E2-7AE3-521E8309E8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h-TH" dirty="0"/>
              <a:t>คำสั่ง </a:t>
            </a:r>
            <a:r>
              <a:rPr lang="en-US" dirty="0"/>
              <a:t>Computed </a:t>
            </a:r>
            <a:r>
              <a:rPr lang="th-TH" dirty="0"/>
              <a:t>ของ</a:t>
            </a:r>
            <a:r>
              <a:rPr lang="en-US" dirty="0"/>
              <a:t> VUE</a:t>
            </a:r>
            <a:r>
              <a:rPr lang="th-TH" dirty="0"/>
              <a:t> </a:t>
            </a:r>
            <a:r>
              <a:rPr lang="en-US" dirty="0"/>
              <a:t>: set</a:t>
            </a:r>
          </a:p>
        </p:txBody>
      </p:sp>
    </p:spTree>
    <p:extLst>
      <p:ext uri="{BB962C8B-B14F-4D97-AF65-F5344CB8AC3E}">
        <p14:creationId xmlns:p14="http://schemas.microsoft.com/office/powerpoint/2010/main" val="3445305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52EE7-A79C-7CCD-A7C2-A4B3DCE0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825" y="-62386"/>
            <a:ext cx="10515600" cy="1325563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th-TH" dirty="0"/>
              <a:t>โจทย์</a:t>
            </a:r>
            <a:r>
              <a:rPr lang="en-US" dirty="0"/>
              <a:t> : </a:t>
            </a:r>
            <a:r>
              <a:rPr lang="th-TH" dirty="0"/>
              <a:t>รับข้อมูลตัวอักษรและแปลง</a:t>
            </a:r>
            <a:r>
              <a:rPr lang="en-US" dirty="0"/>
              <a:t> input</a:t>
            </a:r>
            <a:r>
              <a:rPr lang="th-TH" dirty="0"/>
              <a:t> ให้เป็นตัวอักษรใหญ่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7FAD20-EB1C-0B35-822D-5F29EF0DD75F}"/>
              </a:ext>
            </a:extLst>
          </p:cNvPr>
          <p:cNvSpPr txBox="1"/>
          <p:nvPr/>
        </p:nvSpPr>
        <p:spPr>
          <a:xfrm>
            <a:off x="7870365" y="3110737"/>
            <a:ext cx="34478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hlinkClick r:id="rId3" tooltip="compute-watch.zip"/>
              </a:rPr>
              <a:t>compute-watch.zip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54CACE-3DCA-EB42-0919-FE7F5BD45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4753" y="1679088"/>
            <a:ext cx="3688851" cy="159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369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ED05B-FAF7-554C-7125-914EBB760D35}"/>
              </a:ext>
            </a:extLst>
          </p:cNvPr>
          <p:cNvSpPr txBox="1"/>
          <p:nvPr/>
        </p:nvSpPr>
        <p:spPr>
          <a:xfrm>
            <a:off x="1365660" y="773875"/>
            <a:ext cx="8609613" cy="4774769"/>
          </a:xfrm>
          <a:prstGeom prst="rect">
            <a:avLst/>
          </a:prstGeom>
          <a:solidFill>
            <a:schemeClr val="tx1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watch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vue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watch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newValue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toUpperCase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v-model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/&gt;</a:t>
            </a: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086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954BF-D49F-395E-3B61-A35A1D02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76E09-B6C9-8B71-557F-7B5D8D147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8633"/>
            <a:ext cx="10515600" cy="1325563"/>
          </a:xfrm>
        </p:spPr>
        <p:txBody>
          <a:bodyPr/>
          <a:lstStyle/>
          <a:p>
            <a:r>
              <a:rPr lang="en-US" dirty="0"/>
              <a:t>Compute </a:t>
            </a:r>
            <a:r>
              <a:rPr lang="th-TH" dirty="0"/>
              <a:t>ใน </a:t>
            </a:r>
            <a:r>
              <a:rPr lang="en-US" dirty="0"/>
              <a:t>VUE</a:t>
            </a:r>
            <a:r>
              <a:rPr lang="th-TH" dirty="0"/>
              <a:t> </a:t>
            </a:r>
            <a:r>
              <a:rPr lang="en-US" dirty="0"/>
              <a:t>: SET</a:t>
            </a:r>
            <a:r>
              <a:rPr lang="th-TH" dirty="0"/>
              <a:t> สำหรับกำหนดค่า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9E77C1-B5A7-F953-36A9-475D234F17D5}"/>
              </a:ext>
            </a:extLst>
          </p:cNvPr>
          <p:cNvSpPr txBox="1"/>
          <p:nvPr/>
        </p:nvSpPr>
        <p:spPr>
          <a:xfrm>
            <a:off x="3322122" y="959508"/>
            <a:ext cx="6403769" cy="2585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const message = ref('')</a:t>
            </a:r>
            <a:endParaRPr lang="th-TH" dirty="0"/>
          </a:p>
          <a:p>
            <a:r>
              <a:rPr lang="en-US" dirty="0"/>
              <a:t>const </a:t>
            </a:r>
            <a:r>
              <a:rPr lang="en-US" dirty="0" err="1">
                <a:solidFill>
                  <a:srgbClr val="FF0000"/>
                </a:solidFill>
              </a:rPr>
              <a:t>upperText</a:t>
            </a:r>
            <a:r>
              <a:rPr lang="en-US" dirty="0"/>
              <a:t> = computed({</a:t>
            </a:r>
          </a:p>
          <a:p>
            <a:r>
              <a:rPr lang="en-US" dirty="0"/>
              <a:t>	  get() {</a:t>
            </a:r>
          </a:p>
          <a:p>
            <a:r>
              <a:rPr lang="en-US" dirty="0"/>
              <a:t>    	         return </a:t>
            </a:r>
            <a:r>
              <a:rPr lang="en-US" dirty="0" err="1"/>
              <a:t>message.value</a:t>
            </a:r>
            <a:endParaRPr lang="en-US" dirty="0"/>
          </a:p>
          <a:p>
            <a:r>
              <a:rPr lang="en-US" dirty="0"/>
              <a:t>  	   },</a:t>
            </a:r>
          </a:p>
          <a:p>
            <a:r>
              <a:rPr lang="en-US" dirty="0"/>
              <a:t>	  set(value) {</a:t>
            </a:r>
          </a:p>
          <a:p>
            <a:r>
              <a:rPr lang="en-US" dirty="0"/>
              <a:t>    	          </a:t>
            </a:r>
            <a:r>
              <a:rPr lang="en-US" dirty="0" err="1"/>
              <a:t>message.value</a:t>
            </a:r>
            <a:r>
              <a:rPr lang="en-US" dirty="0"/>
              <a:t> = </a:t>
            </a:r>
            <a:r>
              <a:rPr lang="en-US" dirty="0" err="1"/>
              <a:t>value.toUpperCase</a:t>
            </a:r>
            <a:r>
              <a:rPr lang="en-US" dirty="0"/>
              <a:t>()</a:t>
            </a:r>
          </a:p>
          <a:p>
            <a:r>
              <a:rPr lang="en-US" dirty="0"/>
              <a:t>               }</a:t>
            </a:r>
          </a:p>
          <a:p>
            <a:r>
              <a:rPr lang="en-US" dirty="0"/>
              <a:t>})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728B88-4C00-83F4-F1D8-A85D92187E7D}"/>
              </a:ext>
            </a:extLst>
          </p:cNvPr>
          <p:cNvSpPr txBox="1"/>
          <p:nvPr/>
        </p:nvSpPr>
        <p:spPr>
          <a:xfrm>
            <a:off x="6385951" y="3694699"/>
            <a:ext cx="28055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computed({</a:t>
            </a:r>
          </a:p>
          <a:p>
            <a:r>
              <a:rPr lang="en-US" dirty="0"/>
              <a:t>   get: </a:t>
            </a:r>
            <a:r>
              <a:rPr lang="en-US" dirty="0" err="1"/>
              <a:t>fn</a:t>
            </a:r>
            <a:endParaRPr lang="en-US" dirty="0"/>
          </a:p>
          <a:p>
            <a:r>
              <a:rPr lang="en-US" dirty="0"/>
              <a:t>})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C9A125-B614-202E-73F3-5ED9B60ADA2F}"/>
              </a:ext>
            </a:extLst>
          </p:cNvPr>
          <p:cNvSpPr txBox="1"/>
          <p:nvPr/>
        </p:nvSpPr>
        <p:spPr>
          <a:xfrm>
            <a:off x="1056903" y="3871355"/>
            <a:ext cx="370510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&lt;template&gt;</a:t>
            </a:r>
          </a:p>
          <a:p>
            <a:endParaRPr lang="th-TH" dirty="0"/>
          </a:p>
          <a:p>
            <a:r>
              <a:rPr lang="en-US" dirty="0"/>
              <a:t> &lt;button @click="</a:t>
            </a:r>
            <a:r>
              <a:rPr lang="en-US" dirty="0">
                <a:solidFill>
                  <a:srgbClr val="FF0000"/>
                </a:solidFill>
              </a:rPr>
              <a:t>upperText </a:t>
            </a:r>
            <a:r>
              <a:rPr lang="en-US" dirty="0"/>
              <a:t>= '</a:t>
            </a:r>
            <a:r>
              <a:rPr lang="en-US" dirty="0" err="1"/>
              <a:t>abc</a:t>
            </a:r>
            <a:r>
              <a:rPr lang="en-US" dirty="0"/>
              <a:t>'</a:t>
            </a:r>
            <a:r>
              <a:rPr lang="th-TH" dirty="0"/>
              <a:t> </a:t>
            </a:r>
            <a:r>
              <a:rPr lang="en-US" dirty="0"/>
              <a:t>"&gt;</a:t>
            </a:r>
          </a:p>
          <a:p>
            <a:r>
              <a:rPr lang="en-US" dirty="0"/>
              <a:t>    Set ABC</a:t>
            </a:r>
          </a:p>
          <a:p>
            <a:r>
              <a:rPr lang="en-US" dirty="0"/>
              <a:t> &lt;/button&gt;</a:t>
            </a:r>
          </a:p>
          <a:p>
            <a:endParaRPr lang="en-US" dirty="0"/>
          </a:p>
          <a:p>
            <a:r>
              <a:rPr lang="en-US" dirty="0"/>
              <a:t>&lt;input v-model="</a:t>
            </a:r>
            <a:r>
              <a:rPr lang="en-US" dirty="0" err="1">
                <a:solidFill>
                  <a:srgbClr val="FF0000"/>
                </a:solidFill>
              </a:rPr>
              <a:t>upperText</a:t>
            </a:r>
            <a:r>
              <a:rPr lang="en-US" dirty="0"/>
              <a:t>" /&gt;</a:t>
            </a:r>
            <a:endParaRPr lang="th-TH" dirty="0"/>
          </a:p>
          <a:p>
            <a:endParaRPr lang="en-US" dirty="0"/>
          </a:p>
          <a:p>
            <a:r>
              <a:rPr lang="en-US" dirty="0"/>
              <a:t>&lt;/template&gt;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84EEF-08F3-49DA-2EE4-C4B255FC6E0A}"/>
              </a:ext>
            </a:extLst>
          </p:cNvPr>
          <p:cNvSpPr txBox="1"/>
          <p:nvPr/>
        </p:nvSpPr>
        <p:spPr>
          <a:xfrm>
            <a:off x="6375063" y="4795655"/>
            <a:ext cx="3932718" cy="14773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&lt;script&gt;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</a:rPr>
              <a:t>upperText</a:t>
            </a:r>
            <a:r>
              <a:rPr lang="en-US" dirty="0" err="1"/>
              <a:t>.value</a:t>
            </a:r>
            <a:r>
              <a:rPr lang="en-US" dirty="0"/>
              <a:t> = '</a:t>
            </a:r>
            <a:r>
              <a:rPr lang="en-US" dirty="0" err="1"/>
              <a:t>abcd</a:t>
            </a:r>
            <a:r>
              <a:rPr lang="en-US" dirty="0"/>
              <a:t>';</a:t>
            </a:r>
          </a:p>
          <a:p>
            <a:endParaRPr lang="en-US" dirty="0"/>
          </a:p>
          <a:p>
            <a:r>
              <a:rPr lang="en-US" dirty="0"/>
              <a:t>&lt;/script&gt;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350C5-E426-82F2-8090-7EF599C547A3}"/>
              </a:ext>
            </a:extLst>
          </p:cNvPr>
          <p:cNvSpPr txBox="1"/>
          <p:nvPr/>
        </p:nvSpPr>
        <p:spPr>
          <a:xfrm>
            <a:off x="850075" y="2885705"/>
            <a:ext cx="2050561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th-TH" b="1" dirty="0"/>
              <a:t>ใช้ร่วมกับเครื่องหมาย</a:t>
            </a:r>
            <a:r>
              <a:rPr lang="en-US" b="1" dirty="0"/>
              <a:t> “=”</a:t>
            </a:r>
          </a:p>
        </p:txBody>
      </p:sp>
    </p:spTree>
    <p:extLst>
      <p:ext uri="{BB962C8B-B14F-4D97-AF65-F5344CB8AC3E}">
        <p14:creationId xmlns:p14="http://schemas.microsoft.com/office/powerpoint/2010/main" val="2974841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A1289-D75B-C472-FA16-E9A76E4C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6" y="115744"/>
            <a:ext cx="10515600" cy="1325563"/>
          </a:xfrm>
        </p:spPr>
        <p:txBody>
          <a:bodyPr/>
          <a:lstStyle/>
          <a:p>
            <a:r>
              <a:rPr lang="th-TH" dirty="0"/>
              <a:t>หลักการทำงานของคำสั่ง</a:t>
            </a:r>
            <a:r>
              <a:rPr lang="en-US" dirty="0"/>
              <a:t> Computed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E2E46-97B5-291A-ADA5-5381D547E46F}"/>
              </a:ext>
            </a:extLst>
          </p:cNvPr>
          <p:cNvSpPr txBox="1"/>
          <p:nvPr/>
        </p:nvSpPr>
        <p:spPr>
          <a:xfrm>
            <a:off x="7763493" y="1435075"/>
            <a:ext cx="3399312" cy="25853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 = </a:t>
            </a:r>
          </a:p>
          <a:p>
            <a:r>
              <a:rPr lang="en-US" dirty="0"/>
              <a:t> ↓</a:t>
            </a:r>
          </a:p>
          <a:p>
            <a:r>
              <a:rPr lang="en-US" dirty="0"/>
              <a:t>set()</a:t>
            </a:r>
          </a:p>
          <a:p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↓</a:t>
            </a:r>
          </a:p>
          <a:p>
            <a:r>
              <a:rPr lang="en-US" dirty="0">
                <a:solidFill>
                  <a:srgbClr val="FF0000"/>
                </a:solidFill>
              </a:rPr>
              <a:t>state change</a:t>
            </a:r>
          </a:p>
          <a:p>
            <a:r>
              <a:rPr lang="en-US" dirty="0">
                <a:solidFill>
                  <a:srgbClr val="FF0000"/>
                </a:solidFill>
              </a:rPr>
              <a:t> ↓</a:t>
            </a:r>
          </a:p>
          <a:p>
            <a:r>
              <a:rPr lang="en-US" dirty="0">
                <a:solidFill>
                  <a:srgbClr val="FF0000"/>
                </a:solidFill>
              </a:rPr>
              <a:t>get()</a:t>
            </a:r>
          </a:p>
          <a:p>
            <a:r>
              <a:rPr lang="en-US" dirty="0">
                <a:solidFill>
                  <a:srgbClr val="FF0000"/>
                </a:solidFill>
              </a:rPr>
              <a:t> ↓</a:t>
            </a:r>
          </a:p>
          <a:p>
            <a:r>
              <a:rPr lang="en-US" dirty="0">
                <a:solidFill>
                  <a:srgbClr val="FF0000"/>
                </a:solidFill>
              </a:rPr>
              <a:t>render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EDE004-D1ED-632E-763F-B25325EF4AEE}"/>
              </a:ext>
            </a:extLst>
          </p:cNvPr>
          <p:cNvSpPr txBox="1"/>
          <p:nvPr/>
        </p:nvSpPr>
        <p:spPr>
          <a:xfrm>
            <a:off x="555173" y="1341236"/>
            <a:ext cx="6097978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‘’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upperText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computed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toUpperCase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&lt;template&gt;</a:t>
            </a:r>
          </a:p>
          <a:p>
            <a:pPr>
              <a:lnSpc>
                <a:spcPts val="1350"/>
              </a:lnSpc>
              <a:buNone/>
            </a:pPr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@click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upperText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 '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'"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Set ABC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</a:pP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&lt;/template&gt;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5CE53E-DDA1-81C3-07CC-CB4BC68F10D3}"/>
              </a:ext>
            </a:extLst>
          </p:cNvPr>
          <p:cNvSpPr txBox="1"/>
          <p:nvPr/>
        </p:nvSpPr>
        <p:spPr>
          <a:xfrm>
            <a:off x="8036621" y="207222"/>
            <a:ext cx="33993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hlinkClick r:id="rId3" tooltip="compute-btn.zip"/>
              </a:rPr>
              <a:t>compute-btn.zip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0682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6A958-BE4F-AC24-81D3-C28292333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5C6AC5E-736A-9E2E-DCF1-EFBFEB1D52DF}"/>
              </a:ext>
            </a:extLst>
          </p:cNvPr>
          <p:cNvSpPr txBox="1"/>
          <p:nvPr/>
        </p:nvSpPr>
        <p:spPr>
          <a:xfrm>
            <a:off x="555172" y="794971"/>
            <a:ext cx="10430493" cy="5851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computed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vue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upperText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computed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`1.get: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message.value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},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`2.set: value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toUpperCase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upperText.value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'1.abcd'; 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v-model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upperText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/&gt;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&lt;!--  &lt;p&gt;{{ </a:t>
            </a:r>
            <a:r>
              <a:rPr lang="en-US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upperText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}}&lt;/p&gt;  --&gt;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FD48F9-2260-400D-F143-A5229DA7C1D0}"/>
              </a:ext>
            </a:extLst>
          </p:cNvPr>
          <p:cNvSpPr txBox="1"/>
          <p:nvPr/>
        </p:nvSpPr>
        <p:spPr>
          <a:xfrm>
            <a:off x="8036621" y="207222"/>
            <a:ext cx="33993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 tooltip="compute-watch.zip"/>
              </a:rPr>
              <a:t>compute-watch.zip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B89F2B-8034-8EEA-41E0-302A9EC9E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6" y="-204889"/>
            <a:ext cx="10515600" cy="1325563"/>
          </a:xfrm>
        </p:spPr>
        <p:txBody>
          <a:bodyPr/>
          <a:lstStyle/>
          <a:p>
            <a:r>
              <a:rPr lang="th-TH" dirty="0"/>
              <a:t>หลักการทำงานของคำสั่ง</a:t>
            </a:r>
            <a:r>
              <a:rPr lang="en-US" dirty="0"/>
              <a:t> Computed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4E0A6-F763-FD4A-4FCA-B8E9A8BE8938}"/>
              </a:ext>
            </a:extLst>
          </p:cNvPr>
          <p:cNvSpPr txBox="1"/>
          <p:nvPr/>
        </p:nvSpPr>
        <p:spPr>
          <a:xfrm>
            <a:off x="8464136" y="686930"/>
            <a:ext cx="3399312" cy="59093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1. user </a:t>
            </a:r>
            <a:r>
              <a:rPr lang="th-TH" dirty="0"/>
              <a:t>พิมพ์ </a:t>
            </a:r>
            <a:r>
              <a:rPr lang="en-US" dirty="0"/>
              <a:t>a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2. v-model update </a:t>
            </a:r>
            <a:r>
              <a:rPr lang="en-US" dirty="0" err="1"/>
              <a:t>upperText</a:t>
            </a:r>
            <a:endParaRPr lang="en-US" dirty="0"/>
          </a:p>
          <a:p>
            <a:r>
              <a:rPr lang="en-US" dirty="0"/>
              <a:t>        ↓</a:t>
            </a:r>
          </a:p>
          <a:p>
            <a:r>
              <a:rPr lang="en-US" dirty="0"/>
              <a:t>3. </a:t>
            </a:r>
            <a:r>
              <a:rPr lang="en-US" dirty="0" err="1"/>
              <a:t>computed.set</a:t>
            </a:r>
            <a:r>
              <a:rPr lang="en-US" dirty="0"/>
              <a:t>('a')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4. </a:t>
            </a:r>
            <a:r>
              <a:rPr lang="en-US" dirty="0" err="1"/>
              <a:t>toUpperCase</a:t>
            </a:r>
            <a:r>
              <a:rPr lang="en-US" dirty="0"/>
              <a:t>()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5. </a:t>
            </a:r>
            <a:r>
              <a:rPr lang="en-US" dirty="0" err="1"/>
              <a:t>message.value</a:t>
            </a:r>
            <a:r>
              <a:rPr lang="en-US" dirty="0"/>
              <a:t> = 'A'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6. reactive state changed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7. computed dirty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8. Vue render </a:t>
            </a:r>
            <a:r>
              <a:rPr lang="th-TH" dirty="0"/>
              <a:t>ใหม่</a:t>
            </a:r>
          </a:p>
          <a:p>
            <a:r>
              <a:rPr lang="th-TH" dirty="0"/>
              <a:t>        ↓</a:t>
            </a:r>
          </a:p>
          <a:p>
            <a:r>
              <a:rPr lang="th-TH" dirty="0"/>
              <a:t>9. </a:t>
            </a:r>
            <a:r>
              <a:rPr lang="en-US" dirty="0" err="1"/>
              <a:t>computed.get</a:t>
            </a:r>
            <a:r>
              <a:rPr lang="en-US" dirty="0"/>
              <a:t>()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10. return 'A'</a:t>
            </a:r>
          </a:p>
          <a:p>
            <a:r>
              <a:rPr lang="en-US" dirty="0"/>
              <a:t>        ↓</a:t>
            </a:r>
          </a:p>
          <a:p>
            <a:r>
              <a:rPr lang="en-US" dirty="0"/>
              <a:t>11. input update </a:t>
            </a:r>
            <a:r>
              <a:rPr lang="th-TH" dirty="0"/>
              <a:t>เป็น </a:t>
            </a:r>
            <a:r>
              <a:rPr lang="en-US" dirty="0"/>
              <a:t>A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234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707</Words>
  <Application>Microsoft Office PowerPoint</Application>
  <PresentationFormat>Widescreen</PresentationFormat>
  <Paragraphs>160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Consolas</vt:lpstr>
      <vt:lpstr>Office Theme</vt:lpstr>
      <vt:lpstr>คำสั่ง Computed ของ VUE : set</vt:lpstr>
      <vt:lpstr> โจทย์ : รับข้อมูลตัวอักษรและแปลง input ให้เป็นตัวอักษรใหญ่</vt:lpstr>
      <vt:lpstr>PowerPoint Presentation</vt:lpstr>
      <vt:lpstr>Compute ใน VUE : SET สำหรับกำหนดค่า</vt:lpstr>
      <vt:lpstr>หลักการทำงานของคำสั่ง Computed</vt:lpstr>
      <vt:lpstr>หลักการทำงานของคำสั่ง Computed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rapirak jirayu</dc:creator>
  <cp:lastModifiedBy>rapirak jirayu</cp:lastModifiedBy>
  <cp:revision>52</cp:revision>
  <dcterms:created xsi:type="dcterms:W3CDTF">2026-05-14T00:58:52Z</dcterms:created>
  <dcterms:modified xsi:type="dcterms:W3CDTF">2026-05-15T08:57:05Z</dcterms:modified>
</cp:coreProperties>
</file>