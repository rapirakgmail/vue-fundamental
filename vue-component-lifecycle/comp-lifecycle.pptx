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6" r:id="rId5"/>
    <p:sldId id="314" r:id="rId6"/>
    <p:sldId id="310" r:id="rId7"/>
    <p:sldId id="315" r:id="rId8"/>
    <p:sldId id="3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4"/>
            <p14:sldId id="310"/>
            <p14:sldId id="315"/>
            <p14:sldId id="313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0809" autoAdjust="0"/>
  </p:normalViewPr>
  <p:slideViewPr>
    <p:cSldViewPr snapToGrid="0">
      <p:cViewPr varScale="1">
        <p:scale>
          <a:sx n="95" d="100"/>
          <a:sy n="95" d="100"/>
        </p:scale>
        <p:origin x="102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07/05/2026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07/05/2026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09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2263-5C25-9688-6957-7F486FF06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3ED0F-FB4C-C5AF-3977-78BE40196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D564E-F9E9-A8B9-3AB2-4D7AD85AA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614F8-65E0-B6A6-EB75-20B6140CF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196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9545-6D4B-36E7-E46A-16D4DFF0C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0FB35-69C0-62F6-10ED-947860F56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BC537-5B67-DDD1-1091-ED62EA96C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033B3-8E12-9180-946E-ABBB8DAB3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138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07/05/2026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07/05/2026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619" y="1702741"/>
            <a:ext cx="10962373" cy="2387600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US" sz="3600" b="1" dirty="0"/>
              <a:t>Vue Component Lifecycle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2F5E-B528-257B-A152-674CA2EAE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307380"/>
            <a:ext cx="6877119" cy="640080"/>
          </a:xfrm>
        </p:spPr>
        <p:txBody>
          <a:bodyPr>
            <a:normAutofit/>
          </a:bodyPr>
          <a:lstStyle/>
          <a:p>
            <a:r>
              <a:rPr lang="nl-NL" b="1" dirty="0"/>
              <a:t>HTML DOM (Document Object Model)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06298-102E-B2BD-C490-A40169C75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82" y="1232062"/>
            <a:ext cx="8992855" cy="4572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FF156F-05DB-D9BC-B1B7-159A262B5701}"/>
              </a:ext>
            </a:extLst>
          </p:cNvPr>
          <p:cNvSpPr txBox="1"/>
          <p:nvPr/>
        </p:nvSpPr>
        <p:spPr>
          <a:xfrm>
            <a:off x="1197639" y="6229980"/>
            <a:ext cx="7620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https://www.geeksforgeeks.org/javascript/dom-document-object-model/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AA76D2-19DC-EC5C-F738-EBFD1C9476A8}"/>
              </a:ext>
            </a:extLst>
          </p:cNvPr>
          <p:cNvSpPr txBox="1"/>
          <p:nvPr/>
        </p:nvSpPr>
        <p:spPr>
          <a:xfrm>
            <a:off x="1386671" y="5898383"/>
            <a:ext cx="10274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Vue : create DOM  Based component concept</a:t>
            </a:r>
          </a:p>
        </p:txBody>
      </p:sp>
    </p:spTree>
    <p:extLst>
      <p:ext uri="{BB962C8B-B14F-4D97-AF65-F5344CB8AC3E}">
        <p14:creationId xmlns:p14="http://schemas.microsoft.com/office/powerpoint/2010/main" val="222713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D8CA-6CAA-A0F0-D78C-62E4F460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/>
          <a:lstStyle/>
          <a:p>
            <a:r>
              <a:rPr lang="th-TH" b="1" dirty="0"/>
              <a:t>กระบวนการ</a:t>
            </a:r>
            <a:r>
              <a:rPr lang="en-US" b="1" dirty="0"/>
              <a:t> render component </a:t>
            </a:r>
            <a:r>
              <a:rPr lang="th-TH" b="1" dirty="0"/>
              <a:t>ของ</a:t>
            </a:r>
            <a:r>
              <a:rPr lang="en-US" b="1" dirty="0"/>
              <a:t> VUE</a:t>
            </a:r>
            <a:endParaRPr lang="nl-NL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8A15A6-F226-8E3A-F86B-BF468F682754}"/>
              </a:ext>
            </a:extLst>
          </p:cNvPr>
          <p:cNvSpPr txBox="1">
            <a:spLocks/>
          </p:cNvSpPr>
          <p:nvPr/>
        </p:nvSpPr>
        <p:spPr>
          <a:xfrm>
            <a:off x="202127" y="1279054"/>
            <a:ext cx="11950117" cy="441657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3200" b="1" dirty="0"/>
              <a:t>แบ่งเป็น</a:t>
            </a:r>
            <a:r>
              <a:rPr lang="en-US" sz="3200" b="1" dirty="0"/>
              <a:t> 4 Phase</a:t>
            </a:r>
          </a:p>
          <a:p>
            <a:pPr marL="514350" indent="-514350">
              <a:buAutoNum type="arabicPeriod"/>
            </a:pPr>
            <a:r>
              <a:rPr lang="en-US" sz="3200" b="1" dirty="0"/>
              <a:t>Creation Phase: </a:t>
            </a:r>
          </a:p>
          <a:p>
            <a:pPr lvl="1"/>
            <a:r>
              <a:rPr lang="en-US" sz="2200" dirty="0"/>
              <a:t>	Component is initialized, but </a:t>
            </a:r>
            <a:r>
              <a:rPr lang="en-US" sz="2200" b="1" dirty="0"/>
              <a:t>not yet in DOM</a:t>
            </a:r>
          </a:p>
          <a:p>
            <a:pPr marL="514350" indent="-514350">
              <a:buAutoNum type="arabicPeriod"/>
            </a:pPr>
            <a:r>
              <a:rPr lang="en-US" sz="3200" b="1" dirty="0"/>
              <a:t>Mounting Phase: </a:t>
            </a:r>
          </a:p>
          <a:p>
            <a:pPr lvl="1"/>
            <a:r>
              <a:rPr lang="en-US" sz="2200" dirty="0"/>
              <a:t>	Component is inserted into the DOM</a:t>
            </a:r>
            <a:endParaRPr lang="en-US" sz="2200" b="1" dirty="0"/>
          </a:p>
          <a:p>
            <a:pPr marL="514350" indent="-514350">
              <a:buAutoNum type="arabicPeriod"/>
            </a:pPr>
            <a:r>
              <a:rPr lang="en-US" sz="3200" b="1" dirty="0"/>
              <a:t>Updating Phase: </a:t>
            </a:r>
          </a:p>
          <a:p>
            <a:pPr lvl="1"/>
            <a:r>
              <a:rPr lang="en-US" sz="2200" dirty="0"/>
              <a:t>	Triggered when </a:t>
            </a:r>
            <a:r>
              <a:rPr lang="en-US" sz="2200" b="1" dirty="0"/>
              <a:t>reactive data changes</a:t>
            </a:r>
          </a:p>
          <a:p>
            <a:pPr marL="514350" indent="-514350">
              <a:buAutoNum type="arabicPeriod"/>
            </a:pPr>
            <a:r>
              <a:rPr lang="en-US" sz="3200" b="1" dirty="0"/>
              <a:t>Unmounting Phase: </a:t>
            </a:r>
          </a:p>
          <a:p>
            <a:pPr lvl="1"/>
            <a:r>
              <a:rPr lang="en-US" sz="2200" dirty="0"/>
              <a:t>	Component is removed from DOM</a:t>
            </a:r>
            <a:endParaRPr lang="en-US" sz="2200" b="1" dirty="0"/>
          </a:p>
          <a:p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51902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9CE5-180D-6BB0-D99D-E6BD9254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3D388-9187-868F-F36D-4CFFF1FE7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/>
          <a:lstStyle/>
          <a:p>
            <a:r>
              <a:rPr lang="en-US" b="1" dirty="0"/>
              <a:t>VUE3 Hook Function</a:t>
            </a:r>
            <a:endParaRPr lang="nl-NL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59AC4A-EEFA-E0E8-B608-49F4F57C5D35}"/>
              </a:ext>
            </a:extLst>
          </p:cNvPr>
          <p:cNvSpPr txBox="1">
            <a:spLocks/>
          </p:cNvSpPr>
          <p:nvPr/>
        </p:nvSpPr>
        <p:spPr>
          <a:xfrm>
            <a:off x="202127" y="1218764"/>
            <a:ext cx="11950117" cy="546160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eriod"/>
            </a:pPr>
            <a:r>
              <a:rPr lang="en-US" sz="3200" b="1" dirty="0"/>
              <a:t>Creation Phase: </a:t>
            </a:r>
            <a:r>
              <a:rPr lang="en-US" sz="2200" dirty="0"/>
              <a:t>Component is initialized, but </a:t>
            </a:r>
            <a:r>
              <a:rPr lang="en-US" sz="2200" b="1" dirty="0"/>
              <a:t>not yet in DOM</a:t>
            </a:r>
          </a:p>
          <a:p>
            <a:pPr marL="1139825" lvl="2" indent="-225425">
              <a:buFont typeface="Arial" panose="020B0604020202020204" pitchFamily="34" charset="0"/>
              <a:buChar char="•"/>
            </a:pPr>
            <a:r>
              <a:rPr lang="en-US" dirty="0"/>
              <a:t>setup()</a:t>
            </a:r>
            <a:r>
              <a:rPr lang="en-US" sz="1200" dirty="0"/>
              <a:t> (Composition API)</a:t>
            </a:r>
          </a:p>
          <a:p>
            <a:pPr marL="1139825" lvl="2" indent="-225425">
              <a:buFont typeface="Arial" panose="020B0604020202020204" pitchFamily="34" charset="0"/>
              <a:buChar char="•"/>
            </a:pPr>
            <a:r>
              <a:rPr lang="en-US" dirty="0" err="1"/>
              <a:t>beforeCreate</a:t>
            </a:r>
            <a:r>
              <a:rPr lang="en-US" dirty="0"/>
              <a:t>()</a:t>
            </a:r>
            <a:r>
              <a:rPr lang="en-US" sz="1200" dirty="0"/>
              <a:t> (Options API - rarely used now)</a:t>
            </a:r>
          </a:p>
          <a:p>
            <a:pPr marL="1139825" lvl="2" indent="-225425">
              <a:buFont typeface="Arial" panose="020B0604020202020204" pitchFamily="34" charset="0"/>
              <a:buChar char="•"/>
            </a:pPr>
            <a:r>
              <a:rPr lang="en-US" dirty="0"/>
              <a:t>created()</a:t>
            </a:r>
            <a:r>
              <a:rPr lang="en-US" sz="1200" dirty="0"/>
              <a:t> </a:t>
            </a:r>
          </a:p>
          <a:p>
            <a:pPr lvl="1"/>
            <a:endParaRPr lang="en-US" sz="1200" b="1" dirty="0"/>
          </a:p>
          <a:p>
            <a:pPr marL="514350" indent="-514350">
              <a:buAutoNum type="arabicPeriod"/>
            </a:pPr>
            <a:r>
              <a:rPr lang="en-US" sz="3200" b="1" dirty="0"/>
              <a:t>Mounting Phase: </a:t>
            </a:r>
            <a:r>
              <a:rPr lang="en-US" sz="2200" dirty="0"/>
              <a:t>Component is inserted into the DOM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onBeforeMount</a:t>
            </a:r>
            <a:r>
              <a:rPr lang="en-US" dirty="0"/>
              <a:t>()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onMounted</a:t>
            </a:r>
            <a:r>
              <a:rPr lang="en-US" dirty="0"/>
              <a:t>()</a:t>
            </a:r>
          </a:p>
          <a:p>
            <a:pPr lvl="1"/>
            <a:endParaRPr lang="en-US" sz="1200" b="1" dirty="0"/>
          </a:p>
          <a:p>
            <a:pPr marL="514350" indent="-514350">
              <a:buAutoNum type="arabicPeriod"/>
            </a:pPr>
            <a:r>
              <a:rPr lang="en-US" sz="3200" b="1" dirty="0"/>
              <a:t>Updating Phase: </a:t>
            </a:r>
            <a:r>
              <a:rPr lang="en-US" sz="2200" dirty="0"/>
              <a:t>Triggered when </a:t>
            </a:r>
            <a:r>
              <a:rPr lang="en-US" sz="2200" b="1" dirty="0"/>
              <a:t>reactive data changes</a:t>
            </a:r>
          </a:p>
          <a:p>
            <a:pPr marL="1195388" lvl="2" indent="-280988">
              <a:buFont typeface="Arial" panose="020B0604020202020204" pitchFamily="34" charset="0"/>
              <a:buChar char="•"/>
            </a:pPr>
            <a:r>
              <a:rPr lang="en-US" dirty="0" err="1"/>
              <a:t>onBeforeUpdate</a:t>
            </a:r>
            <a:r>
              <a:rPr lang="en-US" dirty="0"/>
              <a:t>()</a:t>
            </a:r>
          </a:p>
          <a:p>
            <a:pPr marL="1195388" lvl="2" indent="-280988">
              <a:buFont typeface="Arial" panose="020B0604020202020204" pitchFamily="34" charset="0"/>
              <a:buChar char="•"/>
            </a:pPr>
            <a:r>
              <a:rPr lang="en-US" dirty="0" err="1"/>
              <a:t>onUpdated</a:t>
            </a:r>
            <a:r>
              <a:rPr lang="en-US" dirty="0"/>
              <a:t>()</a:t>
            </a:r>
            <a:endParaRPr lang="en-US" b="1" dirty="0"/>
          </a:p>
          <a:p>
            <a:pPr marL="514350" indent="-514350">
              <a:buAutoNum type="arabicPeriod"/>
            </a:pPr>
            <a:r>
              <a:rPr lang="en-US" sz="3200" b="1" dirty="0"/>
              <a:t>Unmounting Phase: </a:t>
            </a:r>
            <a:r>
              <a:rPr lang="en-US" sz="2200" dirty="0"/>
              <a:t>Component is removed from DOM</a:t>
            </a:r>
          </a:p>
          <a:p>
            <a:pPr marL="1195388" lvl="2" indent="-280988">
              <a:buFont typeface="Arial" panose="020B0604020202020204" pitchFamily="34" charset="0"/>
              <a:buChar char="•"/>
              <a:tabLst>
                <a:tab pos="1195388" algn="l"/>
              </a:tabLst>
            </a:pPr>
            <a:r>
              <a:rPr lang="en-US" dirty="0" err="1"/>
              <a:t>onBeforeUnmount</a:t>
            </a:r>
            <a:r>
              <a:rPr lang="en-US" dirty="0"/>
              <a:t>()</a:t>
            </a:r>
          </a:p>
          <a:p>
            <a:pPr marL="1195388" lvl="2" indent="-280988">
              <a:buFont typeface="Arial" panose="020B0604020202020204" pitchFamily="34" charset="0"/>
              <a:buChar char="•"/>
              <a:tabLst>
                <a:tab pos="1195388" algn="l"/>
              </a:tabLst>
            </a:pPr>
            <a:r>
              <a:rPr lang="en-US" dirty="0" err="1"/>
              <a:t>onUnmounted</a:t>
            </a:r>
            <a:r>
              <a:rPr lang="en-US" dirty="0"/>
              <a:t>();</a:t>
            </a:r>
            <a:endParaRPr lang="en-US" b="1" dirty="0"/>
          </a:p>
          <a:p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914339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F6A3-941F-3DC8-294A-0B38B70B5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C5699-2A94-1AD9-4153-E4F27E2C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693" y="448056"/>
            <a:ext cx="3751819" cy="640080"/>
          </a:xfrm>
        </p:spPr>
        <p:txBody>
          <a:bodyPr>
            <a:normAutofit/>
          </a:bodyPr>
          <a:lstStyle/>
          <a:p>
            <a:r>
              <a:rPr lang="en-US" dirty="0"/>
              <a:t>lifecycle hook Vue(</a:t>
            </a:r>
          </a:p>
        </p:txBody>
      </p:sp>
    </p:spTree>
    <p:extLst>
      <p:ext uri="{BB962C8B-B14F-4D97-AF65-F5344CB8AC3E}">
        <p14:creationId xmlns:p14="http://schemas.microsoft.com/office/powerpoint/2010/main" val="2742424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14075</TotalTime>
  <Words>156</Words>
  <Application>Microsoft Office PowerPoint</Application>
  <PresentationFormat>Widescreen</PresentationFormat>
  <Paragraphs>35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Segoe UI</vt:lpstr>
      <vt:lpstr>Segoe UI Light</vt:lpstr>
      <vt:lpstr>Custom</vt:lpstr>
      <vt:lpstr>Vue Component Lifecycle </vt:lpstr>
      <vt:lpstr>HTML DOM (Document Object Model) </vt:lpstr>
      <vt:lpstr>กระบวนการ render component ของ VUE</vt:lpstr>
      <vt:lpstr>VUE3 Hook Function</vt:lpstr>
      <vt:lpstr>lifecycle hook Vue(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90</cp:revision>
  <dcterms:created xsi:type="dcterms:W3CDTF">2026-02-24T13:07:23Z</dcterms:created>
  <dcterms:modified xsi:type="dcterms:W3CDTF">2026-05-07T05:59:32Z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