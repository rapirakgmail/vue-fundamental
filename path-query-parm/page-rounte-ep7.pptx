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58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4877" autoAdjust="0"/>
  </p:normalViewPr>
  <p:slideViewPr>
    <p:cSldViewPr snapToGrid="0">
      <p:cViewPr varScale="1">
        <p:scale>
          <a:sx n="78" d="100"/>
          <a:sy n="78" d="100"/>
        </p:scale>
        <p:origin x="17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50E792-7B21-4402-9244-F92D6EC1367D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36640-B669-4F47-AFB1-E61C814D0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34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Vue Router 4–EP4:</a:t>
            </a:r>
            <a:r>
              <a:rPr lang="th-TH" dirty="0"/>
              <a:t>การทำหน้าจอ </a:t>
            </a:r>
            <a:r>
              <a:rPr lang="en-US" dirty="0" err="1"/>
              <a:t>List&amp;Detail</a:t>
            </a:r>
            <a:r>
              <a:rPr lang="en-US" dirty="0"/>
              <a:t> Page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36640-B669-4F47-AFB1-E61C814D0C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37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1D56-CC25-FEE1-49D5-DD9452188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556B3-B10C-595E-E08D-F82D42600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491F9-405A-723E-0266-E030640C1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E2626-68CC-2AA8-EBFB-BA518909A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6C317-1F4C-5AE9-207E-7ACA4BE6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07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2636-37AC-6F05-B58E-5C9FE6CCC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D8AA5-0ACF-AB3D-7F12-38985AB83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0CAD7-53B5-65D8-533B-C3031BA0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DCBBF-8989-4544-FB71-99FB53C9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DFC58-F701-1F7A-DEA9-65D0AA4E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18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44228-C99D-E58D-E637-ACF3C211C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3E8B0-9905-8502-EC55-674146940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48501-B36F-F262-69BC-4117865DC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A898E-86B0-B713-A207-F539473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30980-729A-BAE4-24A7-97655CD16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5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AC8A-C6BE-CE34-2FFB-3E75AD866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6D7F0-0A1D-1531-2E78-43F363A77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69C-72C4-4611-44F1-CECDF3BD2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E6E49-2774-4993-2E72-F92B7B32A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845C7-DE9C-BEE9-6F41-DB97BD6D3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1C74E-6A8C-854C-28F1-E0410023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9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63A1A-32B1-34F8-470F-C231E8199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0FC17-8F57-AE61-2CF1-7C10442AF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8A560-A84F-813F-92F0-DE088C042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35438-14DD-6007-6D43-58A5C2859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E2760-0C05-6491-17C1-335EBFDEF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79DF92-D1CE-6DC8-2D91-FEEB0F50D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1EE77-0935-3326-2BCD-69979D73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92D776-5D43-7CCD-374D-7A33E04E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3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C3B7E-FE82-645D-E36B-CAA3F1C3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E9FB9-BBB0-9B45-D935-0EA86BBDC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961958-E809-14C4-761B-DE0DDA004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3B411-C639-FECB-7375-B389247A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6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64886-E517-CD43-695B-7D3C34B9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FB4BE3-F806-6B11-5866-A05DA26AA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3C38B-596C-3330-FFF6-5A6347F1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15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73E7-EBF8-5B33-E1EC-9776686DB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6270E-AB95-CE55-ED7C-BF7F971CC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0CDC1-3A86-48E8-AF59-700A70C5B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C7993-C21A-3661-4263-612D122E9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9D8F0-2051-3427-320A-9F5E8777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AF1DF-677F-83B1-9EC1-A1E91624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25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9C92A-E097-F04E-9C89-E634FF769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930BA9-8165-70EB-9D36-35343ED4BC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17C07-906C-637D-2F8E-B757B8060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E4C64-BC87-DA29-DA35-3C36B180A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6F2A-C4A0-9E59-23BB-539CEBE0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F5C25-BF05-5D60-BBF5-62F8EC30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89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1CB83-0070-8374-4BD2-FD8EA25A6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F5228-D69D-C02C-8A90-B4D54FBB4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2D53A-F3B1-E190-1D41-F8C7982C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67E1D-3415-395E-FFF5-3063B4E69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433BC-5098-2178-C191-C5FEB6253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88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39B349-8CC6-5F8D-2FDE-FF6B0EE465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CF31D-74E5-4915-6CAC-CAF3BE9B9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71AA5-29B8-FBFF-4AA0-61D3E3321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11716-D5C0-77AE-41E3-CC7210C4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843F9-0DE3-3DA1-CC93-E256E449B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30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B0666-E4BC-20BE-AB68-4EE5494B4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7D7A5-6DA8-564B-1205-E20DE679F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DABB9-65D9-3C8C-2145-7C12AEB22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BAA1D-CD6B-4A02-B270-D7E8779137E9}" type="datetimeFigureOut">
              <a:rPr lang="en-US" smtClean="0"/>
              <a:t>22/06/2026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27669-D06E-5580-29CC-67A7A5B06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02EE8-6719-73D9-7479-84136D490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79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B928A-F245-4464-F9E4-8F8E71F3D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422" y="1970931"/>
            <a:ext cx="11862486" cy="923330"/>
          </a:xfrm>
        </p:spPr>
        <p:txBody>
          <a:bodyPr>
            <a:noAutofit/>
          </a:bodyPr>
          <a:lstStyle/>
          <a:p>
            <a:br>
              <a:rPr lang="th-TH" sz="4400" b="1" dirty="0"/>
            </a:br>
            <a:r>
              <a:rPr lang="en-US" sz="4400" b="1" dirty="0">
                <a:solidFill>
                  <a:schemeClr val="accent1"/>
                </a:solidFill>
              </a:rPr>
              <a:t>(</a:t>
            </a:r>
            <a:r>
              <a:rPr lang="th-TH" sz="4400" b="1" dirty="0">
                <a:solidFill>
                  <a:schemeClr val="accent1"/>
                </a:solidFill>
              </a:rPr>
              <a:t>ตอน</a:t>
            </a:r>
            <a:r>
              <a:rPr lang="en-US" sz="4400" b="1" dirty="0">
                <a:solidFill>
                  <a:schemeClr val="accent1"/>
                </a:solidFill>
              </a:rPr>
              <a:t>:</a:t>
            </a:r>
            <a:r>
              <a:rPr lang="th-TH" sz="4400" b="1" dirty="0">
                <a:solidFill>
                  <a:schemeClr val="accent1"/>
                </a:solidFill>
              </a:rPr>
              <a:t>การใช้</a:t>
            </a:r>
            <a:r>
              <a:rPr lang="en-US" sz="4400" b="1" dirty="0">
                <a:solidFill>
                  <a:schemeClr val="accent1"/>
                </a:solidFill>
              </a:rPr>
              <a:t> Path + Query Parameter)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C0A84F-6D86-5281-5C04-FA6258D0C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073" y="3390990"/>
            <a:ext cx="8801100" cy="1655762"/>
          </a:xfrm>
        </p:spPr>
        <p:txBody>
          <a:bodyPr>
            <a:normAutofit/>
          </a:bodyPr>
          <a:lstStyle/>
          <a:p>
            <a:pPr algn="l"/>
            <a:r>
              <a:rPr lang="th-TH" sz="4000" b="1" dirty="0">
                <a:solidFill>
                  <a:srgbClr val="FF0000"/>
                </a:solidFill>
              </a:rPr>
              <a:t>สามารถฝึกปฏิบัติแบบออนไลน์จาก </a:t>
            </a:r>
            <a:r>
              <a:rPr lang="en-US" sz="4000" b="1" dirty="0">
                <a:solidFill>
                  <a:srgbClr val="FF0000"/>
                </a:solidFill>
              </a:rPr>
              <a:t>source code </a:t>
            </a:r>
          </a:p>
          <a:p>
            <a:pPr algn="l"/>
            <a:r>
              <a:rPr lang="th-TH" sz="4000" b="1" dirty="0">
                <a:solidFill>
                  <a:srgbClr val="FF0000"/>
                </a:solidFill>
              </a:rPr>
              <a:t>ผ่านลิงก์</a:t>
            </a:r>
            <a:r>
              <a:rPr lang="en-US" sz="4000" b="1" dirty="0">
                <a:solidFill>
                  <a:srgbClr val="FF0000"/>
                </a:solidFill>
              </a:rPr>
              <a:t>(link)</a:t>
            </a:r>
            <a:r>
              <a:rPr lang="th-TH" sz="4000" b="1" dirty="0">
                <a:solidFill>
                  <a:srgbClr val="FF0000"/>
                </a:solidFill>
              </a:rPr>
              <a:t> ในคำอธิบายใต้คลิป </a:t>
            </a:r>
            <a:r>
              <a:rPr lang="en-US" sz="4000" b="1" dirty="0">
                <a:solidFill>
                  <a:srgbClr val="FF0000"/>
                </a:solidFill>
              </a:rPr>
              <a:t>YouTube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E2211-34DE-ABB9-BBE3-5452EB372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48" y="5200649"/>
            <a:ext cx="2333704" cy="9334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5BB053-51FD-D8FA-C3AE-1DAA04ECACE2}"/>
              </a:ext>
            </a:extLst>
          </p:cNvPr>
          <p:cNvSpPr txBox="1"/>
          <p:nvPr/>
        </p:nvSpPr>
        <p:spPr>
          <a:xfrm>
            <a:off x="74140" y="661256"/>
            <a:ext cx="125050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/>
              <a:t>Vue Router 4–EP7:</a:t>
            </a:r>
            <a:r>
              <a:rPr lang="th-TH" sz="4800" dirty="0"/>
              <a:t>การทำหน้าจอ</a:t>
            </a:r>
            <a:r>
              <a:rPr lang="en-US" sz="4800" dirty="0"/>
              <a:t> </a:t>
            </a:r>
            <a:r>
              <a:rPr lang="en-US" sz="4800" dirty="0" err="1"/>
              <a:t>List&amp;Detail</a:t>
            </a:r>
            <a:r>
              <a:rPr lang="en-US" sz="4800" dirty="0"/>
              <a:t> Page</a:t>
            </a:r>
          </a:p>
        </p:txBody>
      </p:sp>
    </p:spTree>
    <p:extLst>
      <p:ext uri="{BB962C8B-B14F-4D97-AF65-F5344CB8AC3E}">
        <p14:creationId xmlns:p14="http://schemas.microsoft.com/office/powerpoint/2010/main" val="1289560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F3965-6C8E-83C5-E671-71142A8C0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044DE-1547-19FC-6019-4E8B308BA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384" y="59683"/>
            <a:ext cx="8504234" cy="587913"/>
          </a:xfrm>
        </p:spPr>
        <p:txBody>
          <a:bodyPr>
            <a:normAutofit fontScale="90000"/>
          </a:bodyPr>
          <a:lstStyle/>
          <a:p>
            <a:r>
              <a:rPr lang="th-TH" dirty="0"/>
              <a:t>หลักในการใช้</a:t>
            </a:r>
            <a:r>
              <a:rPr lang="en-US" dirty="0"/>
              <a:t> Path &amp; Query String parameter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FAD8C3-0FDB-01B5-BA8C-6077E96BC6C8}"/>
              </a:ext>
            </a:extLst>
          </p:cNvPr>
          <p:cNvSpPr txBox="1"/>
          <p:nvPr/>
        </p:nvSpPr>
        <p:spPr>
          <a:xfrm>
            <a:off x="-1" y="646622"/>
            <a:ext cx="1272432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Path Parameter:</a:t>
            </a:r>
          </a:p>
          <a:p>
            <a:r>
              <a:rPr lang="en-US" sz="2400" b="1" dirty="0"/>
              <a:t>Data state:  </a:t>
            </a:r>
            <a:r>
              <a:rPr lang="en-US" sz="2400" dirty="0" err="1"/>
              <a:t>ระบุ</a:t>
            </a:r>
            <a:r>
              <a:rPr lang="en-US" sz="2400" dirty="0"/>
              <a:t> “resource identity”</a:t>
            </a:r>
            <a:r>
              <a:rPr lang="en-US" sz="2400" b="1" dirty="0"/>
              <a:t> (</a:t>
            </a:r>
            <a:r>
              <a:rPr lang="th-TH" sz="2400" b="1" dirty="0"/>
              <a:t>ฉันกำลังดูข้อมูลอะไร</a:t>
            </a:r>
            <a:r>
              <a:rPr lang="en-US" sz="2400" b="1" dirty="0"/>
              <a:t> )</a:t>
            </a:r>
          </a:p>
          <a:p>
            <a:r>
              <a:rPr lang="en-US" sz="2400" b="1" dirty="0"/>
              <a:t>	Url: </a:t>
            </a:r>
          </a:p>
          <a:p>
            <a:r>
              <a:rPr lang="en-US" sz="2400" b="1" dirty="0"/>
              <a:t>                     </a:t>
            </a:r>
            <a:r>
              <a:rPr lang="en-US" sz="2400" dirty="0"/>
              <a:t>/user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/1</a:t>
            </a:r>
            <a:r>
              <a:rPr lang="en-US" sz="2400" dirty="0"/>
              <a:t> 			</a:t>
            </a:r>
            <a:r>
              <a:rPr lang="th-TH" sz="2400" dirty="0"/>
              <a:t>แสดงข้อมูล </a:t>
            </a:r>
            <a:r>
              <a:rPr lang="en-US" sz="2400" dirty="0"/>
              <a:t>user </a:t>
            </a:r>
            <a:r>
              <a:rPr lang="th-TH" sz="2400" dirty="0"/>
              <a:t>ที่มี </a:t>
            </a:r>
            <a:r>
              <a:rPr lang="en-US" sz="2400" dirty="0"/>
              <a:t>id/code = 1	</a:t>
            </a:r>
          </a:p>
          <a:p>
            <a:r>
              <a:rPr lang="en-US" sz="2400" b="1" dirty="0"/>
              <a:t>                     </a:t>
            </a:r>
            <a:r>
              <a:rPr lang="en-US" sz="2400" dirty="0"/>
              <a:t>/user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/2</a:t>
            </a:r>
            <a:r>
              <a:rPr lang="en-US" sz="2400" dirty="0"/>
              <a:t> 			</a:t>
            </a:r>
            <a:r>
              <a:rPr lang="th-TH" sz="2400" dirty="0"/>
              <a:t> แสดงข้อมูล</a:t>
            </a:r>
            <a:r>
              <a:rPr lang="en-US" sz="2400" dirty="0"/>
              <a:t> user </a:t>
            </a:r>
            <a:r>
              <a:rPr lang="th-TH" sz="2400" dirty="0"/>
              <a:t>ที่มี</a:t>
            </a:r>
            <a:r>
              <a:rPr lang="en-US" sz="2400" dirty="0"/>
              <a:t> id /code = 2</a:t>
            </a:r>
          </a:p>
          <a:p>
            <a:r>
              <a:rPr lang="th-TH" sz="2400" dirty="0"/>
              <a:t>	        </a:t>
            </a:r>
            <a:r>
              <a:rPr lang="en-US" sz="2400" dirty="0"/>
              <a:t> /product</a:t>
            </a:r>
            <a:r>
              <a:rPr 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/99</a:t>
            </a:r>
            <a:r>
              <a:rPr lang="en-US" sz="2400" dirty="0"/>
              <a:t>		</a:t>
            </a:r>
            <a:r>
              <a:rPr lang="th-TH" sz="2400" dirty="0"/>
              <a:t> แสดงข้อมูล</a:t>
            </a:r>
            <a:r>
              <a:rPr lang="en-US" sz="2400" dirty="0"/>
              <a:t> product </a:t>
            </a:r>
            <a:r>
              <a:rPr lang="th-TH" sz="2400" dirty="0"/>
              <a:t>ที่มี</a:t>
            </a:r>
            <a:r>
              <a:rPr lang="en-US" sz="2400" dirty="0"/>
              <a:t> id /code = 99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Query string Parameter:</a:t>
            </a:r>
          </a:p>
          <a:p>
            <a:r>
              <a:rPr lang="en-US" sz="2400" b="1" dirty="0"/>
              <a:t>UI state  : </a:t>
            </a:r>
            <a:r>
              <a:rPr lang="en-US" sz="2400" dirty="0" err="1"/>
              <a:t>ระบุ</a:t>
            </a:r>
            <a:r>
              <a:rPr lang="en-US" sz="2400" dirty="0"/>
              <a:t> “optional modifiers” </a:t>
            </a:r>
            <a:r>
              <a:rPr lang="en-US" sz="2400" b="1" dirty="0"/>
              <a:t>(</a:t>
            </a:r>
            <a:r>
              <a:rPr lang="en-US" sz="2400" dirty="0" err="1"/>
              <a:t>สถานะการแสดงผลของหน้า</a:t>
            </a:r>
            <a:r>
              <a:rPr lang="en-US" sz="2400" dirty="0"/>
              <a:t>)</a:t>
            </a:r>
            <a:r>
              <a:rPr lang="th-TH" sz="2400" dirty="0"/>
              <a:t> เช่น</a:t>
            </a:r>
            <a:r>
              <a:rPr lang="en-US" sz="2400" dirty="0"/>
              <a:t> filter , sort , </a:t>
            </a:r>
            <a:r>
              <a:rPr lang="en-US" sz="2400" dirty="0" err="1"/>
              <a:t>paination</a:t>
            </a:r>
            <a:endParaRPr lang="en-US" sz="2400" b="1" dirty="0"/>
          </a:p>
          <a:p>
            <a:r>
              <a:rPr lang="th-TH" sz="2400" b="1" dirty="0"/>
              <a:t>     </a:t>
            </a:r>
            <a:r>
              <a:rPr lang="en-US" sz="2400" b="1" dirty="0"/>
              <a:t>Url: </a:t>
            </a:r>
          </a:p>
          <a:p>
            <a:r>
              <a:rPr lang="th-TH" sz="2400" dirty="0"/>
              <a:t>          </a:t>
            </a:r>
            <a:r>
              <a:rPr lang="en-US" sz="2400" dirty="0"/>
              <a:t>/</a:t>
            </a:r>
            <a:r>
              <a:rPr lang="en-US" sz="2400" dirty="0" err="1"/>
              <a:t>CustomerList</a:t>
            </a:r>
            <a:r>
              <a:rPr lang="en-US" sz="2400" dirty="0" err="1">
                <a:highlight>
                  <a:srgbClr val="00FFFF"/>
                </a:highlight>
              </a:rPr>
              <a:t>?page</a:t>
            </a:r>
            <a:r>
              <a:rPr lang="en-US" sz="2400" dirty="0">
                <a:highlight>
                  <a:srgbClr val="00FFFF"/>
                </a:highlight>
              </a:rPr>
              <a:t>=1</a:t>
            </a:r>
            <a:r>
              <a:rPr lang="en-US" sz="2400" dirty="0"/>
              <a:t>	</a:t>
            </a:r>
            <a:r>
              <a:rPr lang="th-TH" sz="2400" dirty="0"/>
              <a:t> </a:t>
            </a:r>
            <a:r>
              <a:rPr lang="en-US" sz="2400" dirty="0"/>
              <a:t>                      </a:t>
            </a:r>
            <a:r>
              <a:rPr lang="th-TH" sz="2400" dirty="0"/>
              <a:t>แสดงข้อมูล </a:t>
            </a:r>
            <a:r>
              <a:rPr lang="en-US" sz="2400" dirty="0" err="1"/>
              <a:t>CustomerList</a:t>
            </a:r>
            <a:r>
              <a:rPr lang="en-US" sz="2400" dirty="0"/>
              <a:t> </a:t>
            </a:r>
            <a:r>
              <a:rPr lang="th-TH" sz="2400" dirty="0"/>
              <a:t>หน้าที่</a:t>
            </a:r>
            <a:r>
              <a:rPr lang="en-US" sz="2400" dirty="0"/>
              <a:t> 1</a:t>
            </a:r>
            <a:endParaRPr lang="th-TH" sz="2400" dirty="0"/>
          </a:p>
          <a:p>
            <a:r>
              <a:rPr lang="th-TH" sz="2400" dirty="0"/>
              <a:t>          </a:t>
            </a:r>
            <a:r>
              <a:rPr lang="en-US" sz="2400" dirty="0"/>
              <a:t>/</a:t>
            </a:r>
            <a:r>
              <a:rPr lang="en-US" sz="2400" dirty="0" err="1"/>
              <a:t>CustomerList</a:t>
            </a:r>
            <a:r>
              <a:rPr lang="en-US" sz="2400" dirty="0" err="1">
                <a:highlight>
                  <a:srgbClr val="00FFFF"/>
                </a:highlight>
              </a:rPr>
              <a:t>?page</a:t>
            </a:r>
            <a:r>
              <a:rPr lang="en-US" sz="2400" dirty="0">
                <a:highlight>
                  <a:srgbClr val="00FFFF"/>
                </a:highlight>
              </a:rPr>
              <a:t>=2</a:t>
            </a:r>
            <a:r>
              <a:rPr lang="en-US" sz="2400" dirty="0"/>
              <a:t>                           </a:t>
            </a:r>
            <a:r>
              <a:rPr lang="th-TH" sz="2400" dirty="0"/>
              <a:t>แสดงข้อมูล </a:t>
            </a:r>
            <a:r>
              <a:rPr lang="en-US" sz="2400" dirty="0" err="1"/>
              <a:t>CustomerList</a:t>
            </a:r>
            <a:r>
              <a:rPr lang="en-US" sz="2400" dirty="0"/>
              <a:t> </a:t>
            </a:r>
            <a:r>
              <a:rPr lang="th-TH" sz="2400" dirty="0"/>
              <a:t>หน้าที่</a:t>
            </a:r>
            <a:r>
              <a:rPr lang="en-US" sz="2400" dirty="0"/>
              <a:t> 2</a:t>
            </a:r>
            <a:r>
              <a:rPr lang="th-TH" sz="2400" b="1" dirty="0"/>
              <a:t>     </a:t>
            </a:r>
          </a:p>
          <a:p>
            <a:r>
              <a:rPr lang="th-TH" sz="2400" b="1" dirty="0"/>
              <a:t>        </a:t>
            </a:r>
            <a:r>
              <a:rPr lang="en-US" sz="2400" dirty="0"/>
              <a:t>/</a:t>
            </a:r>
            <a:r>
              <a:rPr lang="en-US" sz="2400" dirty="0" err="1"/>
              <a:t>products</a:t>
            </a:r>
            <a:r>
              <a:rPr lang="en-US" sz="2400" dirty="0" err="1">
                <a:highlight>
                  <a:srgbClr val="00FFFF"/>
                </a:highlight>
              </a:rPr>
              <a:t>?category</a:t>
            </a:r>
            <a:r>
              <a:rPr lang="en-US" sz="2400" dirty="0">
                <a:highlight>
                  <a:srgbClr val="00FFFF"/>
                </a:highlight>
              </a:rPr>
              <a:t>=</a:t>
            </a:r>
            <a:r>
              <a:rPr lang="en-US" sz="2400" dirty="0" err="1">
                <a:highlight>
                  <a:srgbClr val="00FFFF"/>
                </a:highlight>
              </a:rPr>
              <a:t>shoe&amp;sort</a:t>
            </a:r>
            <a:r>
              <a:rPr lang="en-US" sz="2400" dirty="0">
                <a:highlight>
                  <a:srgbClr val="00FFFF"/>
                </a:highlight>
              </a:rPr>
              <a:t>=</a:t>
            </a:r>
            <a:r>
              <a:rPr lang="en-US" sz="2400" dirty="0" err="1">
                <a:highlight>
                  <a:srgbClr val="00FFFF"/>
                </a:highlight>
              </a:rPr>
              <a:t>asc</a:t>
            </a:r>
            <a:r>
              <a:rPr lang="en-US" sz="2400" dirty="0"/>
              <a:t>    </a:t>
            </a:r>
            <a:r>
              <a:rPr lang="th-TH" sz="2400" dirty="0"/>
              <a:t>แสดงข้อมูล </a:t>
            </a:r>
            <a:r>
              <a:rPr lang="en-US" sz="2400" dirty="0"/>
              <a:t>product</a:t>
            </a:r>
            <a:r>
              <a:rPr lang="th-TH" sz="2400" dirty="0"/>
              <a:t> ที่ </a:t>
            </a:r>
            <a:r>
              <a:rPr lang="en-US" sz="2400" dirty="0"/>
              <a:t>category=shoe </a:t>
            </a:r>
            <a:r>
              <a:rPr lang="th-TH" sz="2400" dirty="0"/>
              <a:t>และเรียงจากน้อยไปมาก</a:t>
            </a:r>
          </a:p>
          <a:p>
            <a:r>
              <a:rPr lang="th-TH" sz="2400" dirty="0"/>
              <a:t>          </a:t>
            </a:r>
            <a:r>
              <a:rPr lang="en-US" sz="2400" dirty="0"/>
              <a:t>/</a:t>
            </a:r>
            <a:r>
              <a:rPr lang="en-US" sz="2400" dirty="0" err="1"/>
              <a:t>products</a:t>
            </a:r>
            <a:r>
              <a:rPr lang="en-US" sz="2400" dirty="0" err="1">
                <a:highlight>
                  <a:srgbClr val="00FFFF"/>
                </a:highlight>
              </a:rPr>
              <a:t>?search</a:t>
            </a:r>
            <a:r>
              <a:rPr lang="en-US" sz="2400" dirty="0">
                <a:highlight>
                  <a:srgbClr val="00FFFF"/>
                </a:highlight>
              </a:rPr>
              <a:t>=</a:t>
            </a:r>
            <a:r>
              <a:rPr lang="en-US" sz="2400" dirty="0" err="1">
                <a:highlight>
                  <a:srgbClr val="00FFFF"/>
                </a:highlight>
              </a:rPr>
              <a:t>iphone</a:t>
            </a:r>
            <a:r>
              <a:rPr lang="en-US" sz="2400" dirty="0"/>
              <a:t>                      </a:t>
            </a:r>
            <a:r>
              <a:rPr lang="th-TH" sz="2400" dirty="0"/>
              <a:t>แสดงข้อมูล </a:t>
            </a:r>
            <a:r>
              <a:rPr lang="en-US" sz="2400" dirty="0"/>
              <a:t>product</a:t>
            </a:r>
            <a:r>
              <a:rPr lang="th-TH" sz="2400" dirty="0"/>
              <a:t> ที่เป็นผลลัพธ์ของการค้น</a:t>
            </a:r>
            <a:r>
              <a:rPr lang="en-US" sz="2400" dirty="0"/>
              <a:t> </a:t>
            </a:r>
            <a:r>
              <a:rPr lang="en-US" sz="2400" dirty="0" err="1"/>
              <a:t>iphone</a:t>
            </a:r>
            <a:endParaRPr lang="th-TH" sz="2400" dirty="0"/>
          </a:p>
          <a:p>
            <a:r>
              <a:rPr lang="th-TH" sz="2400" dirty="0"/>
              <a:t>          </a:t>
            </a:r>
            <a:r>
              <a:rPr lang="en-US" sz="2400" dirty="0"/>
              <a:t>/</a:t>
            </a:r>
            <a:r>
              <a:rPr lang="en-US" sz="2400" dirty="0" err="1"/>
              <a:t>customer</a:t>
            </a:r>
            <a:r>
              <a:rPr lang="en-US" sz="2400" dirty="0" err="1">
                <a:highlight>
                  <a:srgbClr val="00FFFF"/>
                </a:highlight>
              </a:rPr>
              <a:t>?mode</a:t>
            </a:r>
            <a:r>
              <a:rPr lang="en-US" sz="2400" dirty="0">
                <a:highlight>
                  <a:srgbClr val="00FFFF"/>
                </a:highlight>
              </a:rPr>
              <a:t>=view</a:t>
            </a:r>
            <a:r>
              <a:rPr lang="en-US" sz="2400" dirty="0"/>
              <a:t>	                       </a:t>
            </a:r>
            <a:r>
              <a:rPr lang="th-TH" sz="2400" dirty="0"/>
              <a:t>แสดงหน้าจอ </a:t>
            </a:r>
            <a:r>
              <a:rPr lang="en-US" sz="2400" dirty="0"/>
              <a:t>customer</a:t>
            </a:r>
            <a:r>
              <a:rPr lang="th-TH" sz="2400" dirty="0"/>
              <a:t> เพื่อ</a:t>
            </a:r>
            <a:r>
              <a:rPr lang="en-US" sz="2400" dirty="0"/>
              <a:t> view customer data</a:t>
            </a:r>
          </a:p>
          <a:p>
            <a:r>
              <a:rPr lang="en-US" sz="2400" dirty="0"/>
              <a:t>         /</a:t>
            </a:r>
            <a:r>
              <a:rPr lang="en-US" sz="2400" dirty="0" err="1"/>
              <a:t>customer</a:t>
            </a:r>
            <a:r>
              <a:rPr lang="en-US" sz="2400" dirty="0" err="1">
                <a:highlight>
                  <a:srgbClr val="00FFFF"/>
                </a:highlight>
              </a:rPr>
              <a:t>?mode</a:t>
            </a:r>
            <a:r>
              <a:rPr lang="en-US" sz="2400" dirty="0">
                <a:highlight>
                  <a:srgbClr val="00FFFF"/>
                </a:highlight>
              </a:rPr>
              <a:t>=edit</a:t>
            </a:r>
            <a:r>
              <a:rPr lang="en-US" sz="2400" dirty="0"/>
              <a:t>                           </a:t>
            </a:r>
            <a:r>
              <a:rPr lang="th-TH" sz="2400" dirty="0"/>
              <a:t>แสดงหน้าจอ </a:t>
            </a:r>
            <a:r>
              <a:rPr lang="en-US" sz="2400" dirty="0"/>
              <a:t>customer</a:t>
            </a:r>
            <a:r>
              <a:rPr lang="th-TH" sz="2400" dirty="0"/>
              <a:t> เพื่อ</a:t>
            </a:r>
            <a:r>
              <a:rPr lang="en-US" sz="2400" dirty="0"/>
              <a:t> edit  customer data</a:t>
            </a:r>
            <a:endParaRPr lang="en-US" sz="2400" dirty="0"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695449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B4B08-3CEB-AA17-5A5A-F874B409B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28" y="270736"/>
            <a:ext cx="1707294" cy="725487"/>
          </a:xfrm>
        </p:spPr>
        <p:txBody>
          <a:bodyPr>
            <a:normAutofit/>
          </a:bodyPr>
          <a:lstStyle/>
          <a:p>
            <a:r>
              <a:rPr lang="th-TH" dirty="0"/>
              <a:t>โจทย์</a:t>
            </a:r>
            <a:r>
              <a:rPr lang="en-US" dirty="0"/>
              <a:t> 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11D285-2EC0-B2E5-9C04-404732AD0DFB}"/>
              </a:ext>
            </a:extLst>
          </p:cNvPr>
          <p:cNvSpPr txBox="1"/>
          <p:nvPr/>
        </p:nvSpPr>
        <p:spPr>
          <a:xfrm>
            <a:off x="3049030" y="451700"/>
            <a:ext cx="42661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https://onecompiler.com/vue/44sy6x9zf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A3E7E95-0654-1FCE-E047-22E90ED06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6393" y="155138"/>
            <a:ext cx="3001679" cy="39596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21474C-4846-D247-C243-9E7F42FB1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057" y="2023758"/>
            <a:ext cx="3475130" cy="46068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19A69D-DAD1-CAB5-712A-4B2159979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17" y="1666978"/>
            <a:ext cx="4522756" cy="383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421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A43BB-4D4E-46E2-FD1D-044E32B7C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6983"/>
          </a:xfrm>
        </p:spPr>
        <p:txBody>
          <a:bodyPr/>
          <a:lstStyle/>
          <a:p>
            <a:r>
              <a:rPr lang="en-US" dirty="0"/>
              <a:t>Design concept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75AEDD-5B0F-C98C-37B0-EA47EE821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19" y="1778188"/>
            <a:ext cx="5412441" cy="45855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4E73A2-799C-DC1E-887E-66E151D1E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597" y="3340617"/>
            <a:ext cx="2522836" cy="33443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674F46-8485-F15E-7F86-7E986AD5E0C4}"/>
              </a:ext>
            </a:extLst>
          </p:cNvPr>
          <p:cNvSpPr txBox="1"/>
          <p:nvPr/>
        </p:nvSpPr>
        <p:spPr>
          <a:xfrm>
            <a:off x="4621427" y="1279600"/>
            <a:ext cx="79454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&lt;a </a:t>
            </a:r>
            <a:r>
              <a:rPr lang="en-US" sz="2400" dirty="0" err="1"/>
              <a:t>href</a:t>
            </a:r>
            <a:r>
              <a:rPr lang="en-US" sz="2400" dirty="0"/>
              <a:t>="</a:t>
            </a:r>
            <a:r>
              <a:rPr lang="en-US" sz="2400" dirty="0">
                <a:solidFill>
                  <a:srgbClr val="FF0000"/>
                </a:solidFill>
              </a:rPr>
              <a:t>/detail</a:t>
            </a:r>
            <a:r>
              <a:rPr lang="en-US" sz="2400" dirty="0"/>
              <a:t>/1/John/edit" &gt; View &lt;/a&gt;</a:t>
            </a:r>
          </a:p>
          <a:p>
            <a:endParaRPr lang="en-US" sz="2400" dirty="0"/>
          </a:p>
          <a:p>
            <a:r>
              <a:rPr lang="en-US" sz="2400" dirty="0"/>
              <a:t>&lt;a </a:t>
            </a:r>
            <a:r>
              <a:rPr lang="en-US" sz="2400" dirty="0" err="1"/>
              <a:t>href</a:t>
            </a:r>
            <a:r>
              <a:rPr lang="en-US" sz="2400" dirty="0"/>
              <a:t>="</a:t>
            </a:r>
            <a:r>
              <a:rPr lang="en-US" sz="2400" dirty="0">
                <a:solidFill>
                  <a:srgbClr val="FF0000"/>
                </a:solidFill>
              </a:rPr>
              <a:t>/detail</a:t>
            </a:r>
            <a:r>
              <a:rPr lang="en-US" sz="2400" dirty="0"/>
              <a:t>/1/</a:t>
            </a:r>
            <a:r>
              <a:rPr lang="en-US" sz="2400" dirty="0" err="1"/>
              <a:t>John?mode</a:t>
            </a:r>
            <a:r>
              <a:rPr lang="en-US" sz="2400" dirty="0"/>
              <a:t>=edit" &gt; View &lt;/a&gt;</a:t>
            </a:r>
          </a:p>
        </p:txBody>
      </p:sp>
    </p:spTree>
    <p:extLst>
      <p:ext uri="{BB962C8B-B14F-4D97-AF65-F5344CB8AC3E}">
        <p14:creationId xmlns:p14="http://schemas.microsoft.com/office/powerpoint/2010/main" val="2000266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4966</TotalTime>
  <Words>312</Words>
  <Application>Microsoft Office PowerPoint</Application>
  <PresentationFormat>Widescreen</PresentationFormat>
  <Paragraphs>29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 (ตอน:การใช้ Path + Query Parameter)</vt:lpstr>
      <vt:lpstr>หลักในการใช้ Path &amp; Query String parameter</vt:lpstr>
      <vt:lpstr>โจทย์ :</vt:lpstr>
      <vt:lpstr>Design concept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lastModifiedBy>rapirak jirayu</cp:lastModifiedBy>
  <cp:revision>151</cp:revision>
  <dcterms:created xsi:type="dcterms:W3CDTF">2026-05-16T02:50:47Z</dcterms:created>
  <dcterms:modified xsi:type="dcterms:W3CDTF">2026-06-22T06:59:39Z</dcterms:modified>
</cp:coreProperties>
</file>