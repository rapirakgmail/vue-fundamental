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6" r:id="rId5"/>
    <p:sldId id="310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3"/>
            <p14:sldId id="314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2" autoAdjust="0"/>
    <p:restoredTop sz="80392" autoAdjust="0"/>
  </p:normalViewPr>
  <p:slideViewPr>
    <p:cSldViewPr snapToGrid="0">
      <p:cViewPr varScale="1">
        <p:scale>
          <a:sx n="80" d="100"/>
          <a:sy n="80" d="100"/>
        </p:scale>
        <p:origin x="156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545-6D4B-36E7-E46A-16D4DFF0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FB35-69C0-62F6-10ED-947860F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BC537-5B67-DDD1-1091-ED62EA96C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3B3-8E12-9180-946E-ABBB8DA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38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93B0-A6EB-3BF9-4843-5448C969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F4788-E22D-CB23-372F-F4D2B77A1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26FF5-BBF4-CE27-06DD-9BE0D7B11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ref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primitive (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เก็บข้อมูลจริง)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numbers = [10, 20, 30, 40, 50]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state (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เอาไว้แสดงผล)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average = ref(0)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calculateAverage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let sum = 0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for (let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numbers.length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sum += numbers[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average.value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sum /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numbers.length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&lt;button @click="calculateAverage"&gt; Calculate Average 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&lt;p&gt;  Average: {{ average }} 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EFA46-7258-E337-6F65-3C676418C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4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2135874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600" b="1" dirty="0"/>
              <a:t>variable </a:t>
            </a:r>
            <a:r>
              <a:rPr lang="th-TH" sz="3600" b="1" dirty="0"/>
              <a:t>ใน</a:t>
            </a:r>
            <a:r>
              <a:rPr lang="en-US" sz="3600" b="1" dirty="0"/>
              <a:t> </a:t>
            </a:r>
            <a:r>
              <a:rPr lang="en-US" sz="3600" b="1" dirty="0" err="1"/>
              <a:t>VueJs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การสร้าง</a:t>
            </a:r>
            <a:r>
              <a:rPr lang="en-US" dirty="0"/>
              <a:t> variable </a:t>
            </a:r>
            <a:r>
              <a:rPr lang="th-TH" dirty="0"/>
              <a:t>ใน</a:t>
            </a:r>
            <a:r>
              <a:rPr lang="en-US" dirty="0"/>
              <a:t> Vue : primitive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CDDC76-AC7D-1ED5-4EB4-92D1DC10EA13}"/>
              </a:ext>
            </a:extLst>
          </p:cNvPr>
          <p:cNvSpPr txBox="1">
            <a:spLocks/>
          </p:cNvSpPr>
          <p:nvPr/>
        </p:nvSpPr>
        <p:spPr>
          <a:xfrm>
            <a:off x="649223" y="1368552"/>
            <a:ext cx="8519161" cy="383743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dirty="0"/>
              <a:t>Primitive variable data type</a:t>
            </a:r>
          </a:p>
          <a:p>
            <a:pPr marL="514350" indent="-514350">
              <a:buAutoNum type="arabicPeriod"/>
            </a:pPr>
            <a:endParaRPr lang="th-TH" dirty="0"/>
          </a:p>
          <a:p>
            <a:r>
              <a:rPr lang="en-US" b="1" dirty="0"/>
              <a:t>            const </a:t>
            </a:r>
            <a:r>
              <a:rPr lang="en-US" b="1" dirty="0" err="1"/>
              <a:t>number_var</a:t>
            </a:r>
            <a:r>
              <a:rPr lang="en-US" b="1" dirty="0"/>
              <a:t>     = 0</a:t>
            </a:r>
          </a:p>
          <a:p>
            <a:r>
              <a:rPr lang="en-US" b="1" dirty="0"/>
              <a:t>       </a:t>
            </a:r>
          </a:p>
          <a:p>
            <a:r>
              <a:rPr lang="en-US" b="1" dirty="0"/>
              <a:t>            let     </a:t>
            </a:r>
            <a:r>
              <a:rPr lang="en-US" b="1" dirty="0" err="1"/>
              <a:t>string_var</a:t>
            </a:r>
            <a:r>
              <a:rPr lang="en-US" b="1" dirty="0"/>
              <a:t> = ‘my-string’   </a:t>
            </a:r>
          </a:p>
          <a:p>
            <a:endParaRPr lang="en-US" b="1" dirty="0"/>
          </a:p>
          <a:p>
            <a:r>
              <a:rPr lang="en-US" b="1" dirty="0"/>
              <a:t>            let      </a:t>
            </a:r>
            <a:r>
              <a:rPr lang="en-US" b="1" dirty="0" err="1"/>
              <a:t>obj_var</a:t>
            </a:r>
            <a:r>
              <a:rPr lang="en-US" b="1" dirty="0"/>
              <a:t>    = {  id: 1123 , name : </a:t>
            </a:r>
            <a:r>
              <a:rPr lang="en-US" b="1" dirty="0" err="1"/>
              <a:t>vue</a:t>
            </a:r>
            <a:r>
              <a:rPr lang="en-US" b="1" dirty="0"/>
              <a:t> }</a:t>
            </a:r>
          </a:p>
          <a:p>
            <a:pPr lvl="1"/>
            <a:endParaRPr lang="en-US" dirty="0"/>
          </a:p>
          <a:p>
            <a:pPr lvl="1"/>
            <a:r>
              <a:rPr lang="en-US" sz="2800" dirty="0"/>
              <a:t> </a:t>
            </a:r>
          </a:p>
          <a:p>
            <a:pPr lvl="1"/>
            <a:r>
              <a:rPr lang="th-TH" sz="2800" dirty="0"/>
              <a:t>วัตถุประสงค์ </a:t>
            </a:r>
            <a:r>
              <a:rPr lang="en-US" sz="2800" dirty="0"/>
              <a:t>: </a:t>
            </a:r>
            <a:r>
              <a:rPr lang="th-TH" sz="2800" dirty="0"/>
              <a:t>เพื่อใช้ในการคำนวณ หรือ เก็บค่าทั่วๆในประมวลผล</a:t>
            </a:r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F6A3-941F-3DC8-294A-0B38B70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5699-2A94-1AD9-4153-E4F27E2C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การสร้าง</a:t>
            </a:r>
            <a:r>
              <a:rPr lang="en-US" dirty="0"/>
              <a:t> variable </a:t>
            </a:r>
            <a:r>
              <a:rPr lang="th-TH" dirty="0"/>
              <a:t>ใน</a:t>
            </a:r>
            <a:r>
              <a:rPr lang="en-US" dirty="0"/>
              <a:t> Vue : state variable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38E5D7-06D9-B8E8-D53D-3ACA04FE8555}"/>
              </a:ext>
            </a:extLst>
          </p:cNvPr>
          <p:cNvSpPr txBox="1">
            <a:spLocks/>
          </p:cNvSpPr>
          <p:nvPr/>
        </p:nvSpPr>
        <p:spPr>
          <a:xfrm>
            <a:off x="356615" y="1539240"/>
            <a:ext cx="8519161" cy="383743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state variable  :  </a:t>
            </a:r>
            <a:r>
              <a:rPr lang="th-TH" dirty="0"/>
              <a:t> ถูกกำหนดค่าจาก </a:t>
            </a:r>
            <a:r>
              <a:rPr lang="en-US" b="1" dirty="0"/>
              <a:t>ref()</a:t>
            </a:r>
            <a:r>
              <a:rPr lang="en-US" dirty="0"/>
              <a:t>  &amp; </a:t>
            </a:r>
            <a:r>
              <a:rPr lang="en-US" b="1" dirty="0"/>
              <a:t>reactive()</a:t>
            </a:r>
            <a:endParaRPr lang="en-US" dirty="0"/>
          </a:p>
          <a:p>
            <a:endParaRPr lang="th-TH" dirty="0"/>
          </a:p>
          <a:p>
            <a:r>
              <a:rPr lang="en-US" b="1" dirty="0"/>
              <a:t>            const </a:t>
            </a:r>
            <a:r>
              <a:rPr lang="en-US" b="1" dirty="0" err="1"/>
              <a:t>number_var</a:t>
            </a:r>
            <a:r>
              <a:rPr lang="en-US" b="1" dirty="0"/>
              <a:t>   =  ref( 0 )</a:t>
            </a:r>
          </a:p>
          <a:p>
            <a:r>
              <a:rPr lang="en-US" b="1" dirty="0"/>
              <a:t>       </a:t>
            </a:r>
          </a:p>
          <a:p>
            <a:r>
              <a:rPr lang="en-US" b="1" dirty="0"/>
              <a:t>            let     </a:t>
            </a:r>
            <a:r>
              <a:rPr lang="en-US" b="1" dirty="0" err="1"/>
              <a:t>string_var</a:t>
            </a:r>
            <a:r>
              <a:rPr lang="en-US" b="1" dirty="0"/>
              <a:t>       = ref( ‘</a:t>
            </a:r>
            <a:r>
              <a:rPr lang="en-US" b="1" dirty="0" err="1"/>
              <a:t>my_string</a:t>
            </a:r>
            <a:r>
              <a:rPr lang="en-US" b="1" dirty="0"/>
              <a:t>’)</a:t>
            </a:r>
          </a:p>
          <a:p>
            <a:endParaRPr lang="en-US" b="1" dirty="0"/>
          </a:p>
          <a:p>
            <a:r>
              <a:rPr lang="en-US" b="1" dirty="0"/>
              <a:t>            let      </a:t>
            </a:r>
            <a:r>
              <a:rPr lang="en-US" b="1" dirty="0" err="1"/>
              <a:t>react_var</a:t>
            </a:r>
            <a:r>
              <a:rPr lang="en-US" b="1" dirty="0"/>
              <a:t>        = reactive(</a:t>
            </a:r>
          </a:p>
          <a:p>
            <a:r>
              <a:rPr lang="en-US" b="1" dirty="0"/>
              <a:t>                                                 {  id: 1123 , name : </a:t>
            </a:r>
            <a:r>
              <a:rPr lang="en-US" b="1" dirty="0" err="1"/>
              <a:t>vue</a:t>
            </a:r>
            <a:r>
              <a:rPr lang="en-US" b="1" dirty="0"/>
              <a:t> }</a:t>
            </a:r>
          </a:p>
          <a:p>
            <a:r>
              <a:rPr lang="en-US" b="1" dirty="0"/>
              <a:t>                                                )</a:t>
            </a:r>
          </a:p>
          <a:p>
            <a:pPr lvl="1"/>
            <a:endParaRPr lang="en-US" dirty="0"/>
          </a:p>
          <a:p>
            <a:pPr lvl="1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424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73E7-58F1-8B49-EBC3-E07950B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C686-DA51-35AA-9632-06901F10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การสร้าง</a:t>
            </a:r>
            <a:r>
              <a:rPr lang="en-US" dirty="0"/>
              <a:t> variable </a:t>
            </a:r>
            <a:r>
              <a:rPr lang="th-TH" dirty="0"/>
              <a:t>ใน</a:t>
            </a:r>
            <a:r>
              <a:rPr lang="en-US" dirty="0"/>
              <a:t> Vue : state variable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083C1B-8F4C-ED16-6DF7-C16C3A0654CF}"/>
              </a:ext>
            </a:extLst>
          </p:cNvPr>
          <p:cNvSpPr txBox="1">
            <a:spLocks/>
          </p:cNvSpPr>
          <p:nvPr/>
        </p:nvSpPr>
        <p:spPr>
          <a:xfrm>
            <a:off x="356615" y="1539240"/>
            <a:ext cx="8519161" cy="383743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</a:t>
            </a:r>
            <a:r>
              <a:rPr lang="th-TH" dirty="0"/>
              <a:t>วัตถุประสงค์ เพื่อใช้งานร่วมกับ</a:t>
            </a:r>
            <a:r>
              <a:rPr lang="en-US" dirty="0"/>
              <a:t> html tag</a:t>
            </a:r>
          </a:p>
          <a:p>
            <a:endParaRPr lang="th-TH" dirty="0"/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  <a:r>
              <a:rPr lang="en-US" b="1" dirty="0"/>
              <a:t>const msg =ref('hello')</a:t>
            </a:r>
          </a:p>
          <a:p>
            <a:r>
              <a:rPr lang="en-US" b="1" dirty="0"/>
              <a:t>       </a:t>
            </a:r>
          </a:p>
          <a:p>
            <a:endParaRPr lang="en-US" b="1" dirty="0"/>
          </a:p>
          <a:p>
            <a:r>
              <a:rPr lang="en-US" b="1" dirty="0"/>
              <a:t>	&lt;template&gt;</a:t>
            </a:r>
          </a:p>
          <a:p>
            <a:r>
              <a:rPr lang="en-US" b="1" dirty="0"/>
              <a:t>  		&lt;input v-model="msg" /&gt;</a:t>
            </a:r>
          </a:p>
          <a:p>
            <a:r>
              <a:rPr lang="en-US" b="1" dirty="0"/>
              <a:t> 	&lt;/template&gt;</a:t>
            </a:r>
          </a:p>
          <a:p>
            <a:br>
              <a:rPr lang="en-US" dirty="0"/>
            </a:br>
            <a:endParaRPr lang="en-US" dirty="0"/>
          </a:p>
          <a:p>
            <a:endParaRPr lang="en-US" b="1" dirty="0"/>
          </a:p>
          <a:p>
            <a:r>
              <a:rPr lang="en-US" b="1" dirty="0"/>
              <a:t>            </a:t>
            </a:r>
            <a:endParaRPr lang="en-US" dirty="0"/>
          </a:p>
          <a:p>
            <a:pPr lvl="1"/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56360-E946-709E-3A42-259BBBAA8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498" y="1143248"/>
            <a:ext cx="4876287" cy="380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378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6029</TotalTime>
  <Words>310</Words>
  <Application>Microsoft Office PowerPoint</Application>
  <PresentationFormat>Widescreen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Custom</vt:lpstr>
      <vt:lpstr>variable ใน VueJs</vt:lpstr>
      <vt:lpstr>การสร้าง variable ใน Vue : primitive</vt:lpstr>
      <vt:lpstr>การสร้าง variable ใน Vue : state variable</vt:lpstr>
      <vt:lpstr>การสร้าง variable ใน Vue : state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62</cp:revision>
  <dcterms:created xsi:type="dcterms:W3CDTF">2026-02-24T13:07:23Z</dcterms:created>
  <dcterms:modified xsi:type="dcterms:W3CDTF">2026-04-29T01:37:41Z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