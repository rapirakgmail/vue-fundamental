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064" autoAdjust="0"/>
  </p:normalViewPr>
  <p:slideViewPr>
    <p:cSldViewPr snapToGrid="0">
      <p:cViewPr varScale="1">
        <p:scale>
          <a:sx n="81" d="100"/>
          <a:sy n="81" d="100"/>
        </p:scale>
        <p:origin x="16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7110E-BCC6-447B-9397-6DC4A2F90F28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9E7C3-4AC7-4D9B-AA7F-238F47B86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9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vuejs.org/#eNqdU8Fu1DAQ/ZWRJdRduiTbBanSKq1UUJHgAAgqTr4syezWJXEs21kWRTkgceAP4AockDgikMzf+FOYOM02BVRVvUSeN2/mvYnHNTtSKlpXyOYsMakWyoJBW6lDLkWhSm2hBo3LCaRloSqLGTSw1GUBO1S0w2VaSmNBWCz24KBljqbjIToboEncKVBvCiip8oVFigCSTKzD4dIRwLuv3v3w7ot378KBwo/e/fK/P8AezHtaIiSZg/Wdoswwj2RVvEJ9wFnwxRnYtwop7HCK414rvoHu7Hq6s+vqnuoLXB0GqW/efe4tvKcvzKGuu7+82/3rpkni9pLOq14encD+rY42Gg2I49vTaLo/jmz5UGwwG83Gf5cOdbz77p0Lo37y7ud5v3/a7V6CBg37uZJ4e7tswqyhfViKVXRmSkmLVrdUztqNEjnqp8oK2hfOSK1zxdkiz8s3jwNmdYWTHk9PMX39H/zMbFqMs2caDeo1crbN2YVeoe3Sxy+e4IbO2yRdXJUT+4rkczRlXrUeO9r9SmZke8ALbh+F5yLk6sQcbyxK0w/VGm2ZTeBzRg/nwRWjX9i9G90LdVw2rPkDksFRRA=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99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ref, computed 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item1 = ref(0)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item2 = ref(0)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&lt;div&gt;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รายการที่ 1 :</a:t>
            </a:r>
          </a:p>
          <a:p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v-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model.number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="item1" type="number" /&gt;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รายการที่ 2 :</a:t>
            </a:r>
          </a:p>
          <a:p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v-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model.number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="item2" type="number" /&gt;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&lt;p&gt;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รวมราคา : {{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item1+item1 }}&lt;/p&gt;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&lt;p&gt;VAT 7% : {{ ((item1+item1)*0.07).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toFixed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(2) }}&lt;/p&gt;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&lt;p&gt;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ราคาสุทธิ : {{ (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item1+item1)*0.07+(item1+item1) }}&lt;/p&gt;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61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46D0-C55A-55E1-008A-F9663B7A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81D39-3EF9-00F6-542B-6E9FFB056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8E882-FECA-AE33-91DC-84F449623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vuejs.org/#eNqdU8uK1EAU/ZVLgUy30yY9rTDQphtGGUEXKuMwq9rEdHVPxqQS6hFbQhaCC/9At+pCcCkK5d/Up3hTScV2lGGYTbiPk3NO1b1Vk6OyDCrNyJxEMhFpqUAypcsl5WleFkJBDYKtJ5AUeakVW0EDa1HksIc/7VFOeVJwqSBVLD+ARYsdTce71dk/1bNYncSKATamwfTwvq+rQsUZFr3UaDSGxRJqygEZlBa8kwmqONMM9jv6LqO8QX7PVMVql8cxbJhCPhcOdE6xp7vtfbWIxvNFYXcreB+YoF6ZIQQzgGiVVi74KwSw5os13635bM1bF2D6wZqf9td7OIC5h0UpR3dQ3cmLFcsCrvOXTCwocUekBNSbkmHa1TEPvVZ4A93Z9XRn19Dts3PhOn1WLp3cV2s+eRvv8AtzqOt+rk0The1a9fizo1M4vNUBcFyBKh6lW5zVbHwZuUtozTdrjDvXR2t+DL/vX9bwbqNwmBmZECVxP9bpJriQBceVd9tASbsoacbEs1KluD+UIG0nT0mcZcXrJ66mhGYTX0/OWfLqP/ULuW1rlDwXTDJRMUqGnooFbmHXPn7xlG0xHpo4Dp0h+ormCZNFpluPHeyB5iu0vYNzbh+7h5vyzak83irGpT9Ua9Rtt8NTgk/44RVH/2P3bnDPvwrS/Aa2PoQ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7A265-F2E8-854C-8E6C-EE3B5C401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60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th-TH" dirty="0"/>
              <a:t>พิมพ์ค่าใน </a:t>
            </a:r>
            <a:r>
              <a:rPr lang="en-US" dirty="0"/>
              <a:t>input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item1 / item2 </a:t>
            </a:r>
            <a:r>
              <a:rPr lang="th-TH" dirty="0"/>
              <a:t>เปลี่ยน</a:t>
            </a:r>
          </a:p>
          <a:p>
            <a:r>
              <a:rPr lang="th-TH" dirty="0"/>
              <a:t>        ↓</a:t>
            </a:r>
          </a:p>
          <a:p>
            <a:r>
              <a:rPr lang="en-US" dirty="0"/>
              <a:t>Vue </a:t>
            </a:r>
            <a:r>
              <a:rPr lang="th-TH" dirty="0"/>
              <a:t>รู้ว่า </a:t>
            </a:r>
            <a:r>
              <a:rPr lang="en-US" dirty="0"/>
              <a:t>state </a:t>
            </a:r>
            <a:r>
              <a:rPr lang="th-TH" dirty="0"/>
              <a:t>เปลี่ยน</a:t>
            </a:r>
          </a:p>
          <a:p>
            <a:r>
              <a:rPr lang="th-TH" dirty="0"/>
              <a:t>        ↓</a:t>
            </a:r>
          </a:p>
          <a:p>
            <a:r>
              <a:rPr lang="en-US" dirty="0"/>
              <a:t>computed(total) </a:t>
            </a:r>
            <a:r>
              <a:rPr lang="th-TH" dirty="0"/>
              <a:t>ถูก </a:t>
            </a:r>
            <a:r>
              <a:rPr lang="en-US" dirty="0"/>
              <a:t>mark </a:t>
            </a:r>
            <a:r>
              <a:rPr lang="th-TH" dirty="0"/>
              <a:t>ว่า </a:t>
            </a:r>
            <a:r>
              <a:rPr lang="en-US" dirty="0"/>
              <a:t>dirty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Template </a:t>
            </a:r>
            <a:r>
              <a:rPr lang="th-TH" dirty="0"/>
              <a:t>ขออ่าน {{ </a:t>
            </a:r>
            <a:r>
              <a:rPr lang="en-US" dirty="0"/>
              <a:t>total }}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Vue </a:t>
            </a:r>
            <a:r>
              <a:rPr lang="th-TH" dirty="0"/>
              <a:t>เรียก </a:t>
            </a:r>
            <a:r>
              <a:rPr lang="en-US" dirty="0"/>
              <a:t>function </a:t>
            </a:r>
            <a:r>
              <a:rPr lang="th-TH" dirty="0"/>
              <a:t>ใน </a:t>
            </a:r>
            <a:r>
              <a:rPr lang="en-US" dirty="0"/>
              <a:t>computed</a:t>
            </a:r>
          </a:p>
          <a:p>
            <a:r>
              <a:rPr lang="en-US" dirty="0"/>
              <a:t>        ↓</a:t>
            </a:r>
          </a:p>
          <a:p>
            <a:r>
              <a:rPr lang="th-TH" dirty="0"/>
              <a:t>คำนวณ </a:t>
            </a:r>
            <a:r>
              <a:rPr lang="en-US" dirty="0"/>
              <a:t>item1 + item2</a:t>
            </a:r>
          </a:p>
          <a:p>
            <a:r>
              <a:rPr lang="en-US" dirty="0"/>
              <a:t>        ↓</a:t>
            </a:r>
          </a:p>
          <a:p>
            <a:r>
              <a:rPr lang="th-TH" dirty="0"/>
              <a:t>เก็บ </a:t>
            </a:r>
            <a:r>
              <a:rPr lang="en-US" dirty="0"/>
              <a:t>cache </a:t>
            </a:r>
            <a:r>
              <a:rPr lang="th-TH" dirty="0"/>
              <a:t>ค่าใหม่</a:t>
            </a:r>
          </a:p>
          <a:p>
            <a:r>
              <a:rPr lang="th-TH" dirty="0"/>
              <a:t>        ↓</a:t>
            </a:r>
          </a:p>
          <a:p>
            <a:r>
              <a:rPr lang="en-US" dirty="0"/>
              <a:t>Render </a:t>
            </a:r>
            <a:r>
              <a:rPr lang="th-TH" dirty="0"/>
              <a:t>หน้าจอใหม่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26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play.vuejs.org/#eNqdU81uEzEQfpWRhdREhA0NnMIWCVAPcAAEHH3ospmkLl7b8s8SFO2BG2/AHd4ACWn7NvsonbWz21atqqo+zXzzeeYbz3jHXhmT1QHZkuWutMJ4cOiDecmVqIy2HnZgcT2DUlcmeFxBA2urKzigSwdccVVq5TwIj9UhHPXcydPpVXRxA/XaF5LQIeVkxxXABv1kCtHsT0/VEjOpN5OTIfujXbSyupABm9mYP+GLPX4yfbHPYqkVq5K4FITH6VLyIq/hqiFtXOXz9ALUOznEMrLwSB5AvhJ1NK6ZAF37t2v/de2frv0ZDXJ/d+3/7vwXHMJyoOVCUadQP6n0CmWmQvUV7RFnURhn4H8YJDfh5M+HWvMH1F3cr+7ivnVP7YjHp9jH8vn4QmzGvKOBrcUmO3Na0TLFOXLWj1hItB+MFzRQzpbDhDkrpNTf30XM24CzAS9Psfx2C37mtj3G2UeLDm2NnI0xX1janxQ+/vwet2SPQWo+SGLfEfyEtGyh15hor4NakewrvKj2bfwSQm2+uOOtR+WGpnqhcZcinzP6HG/uaP1S7rPs+bCDrLkAOuc6bA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71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vuejs.org/#eNqdVMFu00AQ/ZXRCtSEBicNSJWCE6mgIsEBUKl62kONM0ld7F1rvTZBlg9IHPgDuAIHJI4IJPM3/hTGu14TSlVVzSGaefM874131iU7SFOvyJHNmJ+FKko1ZKjzdMFFlKRSaShB4WoEoUzSXOMSKlgpmcAOPbTDBRehFJmGSGOyB/OWO5gMt9Hpf+hJoI8CjUCFiTfZf+BwLXUQE+ikBiUXAGvUgyGYsP21VBmjF8v14NSp3ipN5BVBnGM16nUtPu3w0yFJmSaKRlTCmrZF2LUP2czwKi4q8uzcFYHe9kae5gtrq+tm7Hfd7rghXQ8u/LF9v/RmKSGtNKY6ZQD+MipM8E8I0NRfm/pHU39p6ncmoPRjU/9qfn+APZg5mh8J8gTF3UQuMfZEnrxCNefMjMcZ6LcpUmpxysdOa3wD3en1dKfX0O2yM2UqXZYujNy3pv7sbLynf5hBWXYbUlX+uF3Qjn9ycAz7ty2BDsnT8nG0oROaDi8ytxs29femrs1cn5r6Z//47kUN59Yf92fGRkxntBWraO2dZ1LQ5TGLwFm7HlGM6nmqI9oazqitlecsiGP55qnBtMpx5PDwDMPXl+Dn2abFOHuhMENVIGd9TQeK7oUtH758hhuK+yIdRx4T+4riEdIlyluPlvYwF0uyvcUzbp+YT0Ak1sfZ4UajyNxQrVFzRwyfM/oYPLpi9L9273n33d1i1R+SJJw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36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C848-C8D8-91EF-FF3E-649119EDF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93060-FA1B-9495-2E12-7E641BD22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0FCE3-8C54-32E6-E371-4566A62C8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vuejs.org/#eNqdVMFu00AQ/ZXRCtSEBicNSJWCE6mgIsEBUKl62kONM0ld7F1rvTZBlg9IHPgDuAIHJI4IJPM3/hTGu14TSlVVzSGaefM874131iU7SFOvyJHNmJ+FKko1ZKjzdMFFlKRSaShB4WoEoUzSXOMSKlgpmcAOPbTDBRehFJmGSGOyB/OWO5gMt9Hpf+hJoI8CjUCFiTfZf+BwLXUQE+ikBiUXAGvUgyGYsP21VBmjF8v14NSp3ipN5BVBnGM16nUtPu3w0yFJmSaKRlTCmrZF2LUP2czwKi4q8uzcFYHe9kae5gtrq+tm7Hfd7rghXQ8u/LF9v/RmKSGtNKY6ZQD+MipM8E8I0NRfm/pHU39p6ncmoPRjU/9qfn+APZg5mh8J8gTF3UQuMfZEnrxCNefMjMcZ6LcpUmpxysdOa3wD3en1dKfX0O2yM2UqXZYujNy3pv7sbLynf5hBWXYbUlX+uF3Qjn9ycAz7ty2BDsnT8nG0oROaDi8ytxs29femrs1cn5r6Z//47kUN59Yf92fGRkxntBWraO2dZ1LQ5TGLwFm7HlGM6nmqI9oazqitlecsiGP55qnBtMpx5PDwDMPXl+Dn2abFOHuhMENVIGd9TQeK7oUtH758hhuK+yIdRx4T+4riEdIlyluPlvYwF0uyvcUzbp+YT0Ak1sfZ4UajyNxQrVFzRwyfM/oYPLpi9L9273n33d1i1R+SJJw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764BC-FF58-19F8-65B7-3836645CE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6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5933-174B-1288-5DE0-8B2F82C9C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103C6-F8D6-51FC-7974-268484CF5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3AE14-EA4E-C9B2-5379-C40F8787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44EE4-6ACC-623D-6526-A09E0F4C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CBEC6-FDA7-6FBF-D919-DB483B59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8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46D7-E167-89DB-6588-C01F0578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4B75B-D8A6-D630-E2C8-6593E72D9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AD2C5-719E-B5CF-958B-12A88023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D707-9D11-D320-0D11-5598A6CC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230FE-FE44-7645-C3BC-97BF1FAD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34B9-F291-3934-C5A5-C763A267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59339-7B69-FAD0-795D-98B42D46B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ACFFB-9CFB-2384-47BF-DC7CCFC72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D6860-064F-881B-21D2-1E9D2DD4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D21D3-39D8-4C34-1BF3-5E4F0179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4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12D1-C780-FC86-043E-F3AEC82A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B8092-7E30-B359-CA10-2E237EAA0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3478A-E52E-A5CE-9387-040CA8AE8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C51D7-3EF6-B49E-0CB2-FAFF561A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2A246-CCEC-AD8B-D8FB-04799A4F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E38CB-D520-1BA6-E0D8-58698E8C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1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D34F-46D3-D409-BDE0-FA1D0BB1D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63F7-9CFD-897E-4E53-392D7BCB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79D1F-7407-9FBC-6AD0-FA9D5A27E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71D5C-EE38-22DB-5240-B5B14D158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85B5C-C033-C4C8-EE66-3E3256690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87EE0-22EC-9574-7E79-02C6AE5BA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73381-AF29-C2F0-B592-B46C7F18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6E21E-53EA-65CA-016F-DCBAD73B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2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4FEA-77C7-46DA-4BE9-819574A6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228E9-9D1A-B5E7-C876-27C63B1F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DF73E-A260-9517-384D-FB94628F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1417A-24DF-C6FD-75A1-3D905F4B2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7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3C45B-180A-CBF3-6C9B-26EFBEBA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F93F9-330D-EDDE-896B-2D0248E8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5F752-8F0C-8C5A-1ED5-9AF7261B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9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4F44-A890-CFE5-5532-D3609440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8F2C7-2EF8-E8E9-080E-980BA0173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DD69B-E71A-6AC0-735D-8501592C1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5000A-6BB0-15A9-F4B5-88A81E3E5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2AC17-B0AF-F77E-E737-9E58E056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9A1E6-D72E-6AE7-896E-B50E7C55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02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13F9-AB37-4877-16C9-F22946A2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C4A22B-EB3B-C528-C1F3-C5FD78DE0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F10E6-879E-2D2C-D19E-731118247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57338-D76D-0480-0320-9E71D143E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4EB1B-EABD-A254-F747-E309674C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ECD64-144D-BE36-27FB-01ABD0F2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9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959F-2B64-7CDA-54E5-DA07ED7D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DEBCE-F113-50FD-271B-3B0AD55B9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C08BF-8744-F80D-BFB1-B12A2F55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A00C-700B-F543-6B88-865ECC86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F2355-A509-FD36-E598-A1A30CD1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1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5BFAE-1ACE-33BF-6ED5-48D01AE81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9F4D0-C0F5-BCC6-5B62-87E3BE865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D146-64BE-F746-67AC-C0C8B82B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FF4CF-364A-C2E0-E564-B0A01CFF8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9E807-6592-B707-0595-4288A48B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3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B626D-8431-04A6-852A-9B8B3F87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824E6-3935-F61D-7296-D385BB0B9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DA5C1-92A4-A82D-9688-3A5E7BA1C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EC168-6675-41B9-AE39-3BF3D6195E52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2585B-56CC-5019-1AA6-3B13130CC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6389C-75FA-52CE-1809-2227994A6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5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A137-D867-60E2-7AE3-521E8309E8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h-TH" dirty="0"/>
              <a:t>คำสั่ง </a:t>
            </a:r>
            <a:r>
              <a:rPr lang="en-US" dirty="0"/>
              <a:t>Compute </a:t>
            </a:r>
            <a:r>
              <a:rPr lang="th-TH" dirty="0"/>
              <a:t>ของ</a:t>
            </a:r>
            <a:r>
              <a:rPr lang="en-US" dirty="0"/>
              <a:t> VUE</a:t>
            </a:r>
            <a:r>
              <a:rPr lang="th-TH" dirty="0"/>
              <a:t> </a:t>
            </a:r>
            <a:r>
              <a:rPr lang="en-US" dirty="0"/>
              <a:t>: get</a:t>
            </a:r>
          </a:p>
        </p:txBody>
      </p:sp>
    </p:spTree>
    <p:extLst>
      <p:ext uri="{BB962C8B-B14F-4D97-AF65-F5344CB8AC3E}">
        <p14:creationId xmlns:p14="http://schemas.microsoft.com/office/powerpoint/2010/main" val="3445305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2EE7-A79C-7CCD-A7C2-A4B3DCE0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825" y="12761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th-TH" dirty="0"/>
              <a:t>โจทย์</a:t>
            </a:r>
            <a:r>
              <a:rPr lang="en-US" dirty="0"/>
              <a:t> : </a:t>
            </a:r>
            <a:r>
              <a:rPr lang="th-TH" dirty="0"/>
              <a:t>โปรแกรมรับรายการคำสั่งซื้อ</a:t>
            </a:r>
            <a:r>
              <a:rPr lang="en-US" dirty="0"/>
              <a:t> 2</a:t>
            </a:r>
            <a:r>
              <a:rPr lang="th-TH" dirty="0"/>
              <a:t> รายการ </a:t>
            </a:r>
            <a:br>
              <a:rPr lang="en-US" dirty="0"/>
            </a:br>
            <a:r>
              <a:rPr lang="th-TH" dirty="0"/>
              <a:t>            เพื่อค่าราคาสุทธิและคำนวณ</a:t>
            </a:r>
            <a:r>
              <a:rPr lang="en-US" dirty="0"/>
              <a:t> vat 7 %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3B22EA-19DB-962F-1FC4-4A310AC0C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363" y="1330206"/>
            <a:ext cx="6973273" cy="4648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7FAD20-EB1C-0B35-822D-5F29EF0DD75F}"/>
              </a:ext>
            </a:extLst>
          </p:cNvPr>
          <p:cNvSpPr txBox="1"/>
          <p:nvPr/>
        </p:nvSpPr>
        <p:spPr>
          <a:xfrm>
            <a:off x="7870366" y="783174"/>
            <a:ext cx="2425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compute-1-src.zip </a:t>
            </a:r>
          </a:p>
        </p:txBody>
      </p:sp>
    </p:spTree>
    <p:extLst>
      <p:ext uri="{BB962C8B-B14F-4D97-AF65-F5344CB8AC3E}">
        <p14:creationId xmlns:p14="http://schemas.microsoft.com/office/powerpoint/2010/main" val="378436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89BC276-CCCF-7BDF-6A8B-2C34C2D1AEB0}"/>
              </a:ext>
            </a:extLst>
          </p:cNvPr>
          <p:cNvSpPr txBox="1"/>
          <p:nvPr/>
        </p:nvSpPr>
        <p:spPr>
          <a:xfrm>
            <a:off x="3048989" y="954817"/>
            <a:ext cx="7698179" cy="4774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vue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รายการที่ 1 :</a:t>
            </a:r>
          </a:p>
          <a:p>
            <a:pPr>
              <a:lnSpc>
                <a:spcPts val="1350"/>
              </a:lnSpc>
              <a:buNone/>
            </a:pP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h-TH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model.number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รายการที่ 2 :</a:t>
            </a:r>
          </a:p>
          <a:p>
            <a:pPr>
              <a:lnSpc>
                <a:spcPts val="1350"/>
              </a:lnSpc>
              <a:buNone/>
            </a:pP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h-TH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model.number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item2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รวมราคา : {{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VAT 7% : {{ 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)*0.07).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toFixed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(2)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ราคาสุทธิ : {{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)*0.07+(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086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954BF-D49F-395E-3B61-A35A1D02A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76E09-B6C9-8B71-557F-7B5D8D14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625"/>
            <a:ext cx="10515600" cy="1325563"/>
          </a:xfrm>
        </p:spPr>
        <p:txBody>
          <a:bodyPr/>
          <a:lstStyle/>
          <a:p>
            <a:r>
              <a:rPr lang="en-US" dirty="0"/>
              <a:t>Compute </a:t>
            </a:r>
            <a:r>
              <a:rPr lang="th-TH" dirty="0"/>
              <a:t>ใน </a:t>
            </a:r>
            <a:r>
              <a:rPr lang="en-US" dirty="0"/>
              <a:t>VUE</a:t>
            </a:r>
            <a:r>
              <a:rPr lang="th-TH" dirty="0"/>
              <a:t> </a:t>
            </a:r>
            <a:r>
              <a:rPr lang="en-US" dirty="0"/>
              <a:t>: GET</a:t>
            </a:r>
            <a:r>
              <a:rPr lang="th-TH" dirty="0"/>
              <a:t> สำหรับอ่านค่า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BF615-45FA-C8CC-95E9-E7A87C6ED627}"/>
              </a:ext>
            </a:extLst>
          </p:cNvPr>
          <p:cNvSpPr txBox="1"/>
          <p:nvPr/>
        </p:nvSpPr>
        <p:spPr>
          <a:xfrm>
            <a:off x="365168" y="1971643"/>
            <a:ext cx="4812474" cy="22612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th-TH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th-TH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() =&gt;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return item1.value + item2.value</a:t>
            </a:r>
          </a:p>
          <a:p>
            <a:pPr>
              <a:lnSpc>
                <a:spcPts val="1350"/>
              </a:lnSpc>
              <a:buNone/>
            </a:pPr>
            <a:r>
              <a:rPr lang="th-TH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}</a:t>
            </a:r>
            <a:endParaRPr lang="th-TH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th-TH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E77C1-B5A7-F953-36A9-475D234F17D5}"/>
              </a:ext>
            </a:extLst>
          </p:cNvPr>
          <p:cNvSpPr txBox="1"/>
          <p:nvPr/>
        </p:nvSpPr>
        <p:spPr>
          <a:xfrm>
            <a:off x="6243450" y="1945160"/>
            <a:ext cx="3969329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th-TH" dirty="0"/>
          </a:p>
          <a:p>
            <a:r>
              <a:rPr lang="en-US" dirty="0"/>
              <a:t>const total = computed( 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get(): {</a:t>
            </a:r>
          </a:p>
          <a:p>
            <a:r>
              <a:rPr lang="en-US" dirty="0">
                <a:solidFill>
                  <a:srgbClr val="FF0000"/>
                </a:solidFill>
              </a:rPr>
              <a:t>       return item1.value + item2.value</a:t>
            </a:r>
          </a:p>
          <a:p>
            <a:r>
              <a:rPr lang="en-US" dirty="0">
                <a:solidFill>
                  <a:srgbClr val="FF0000"/>
                </a:solidFill>
              </a:rPr>
              <a:t>    }</a:t>
            </a:r>
          </a:p>
          <a:p>
            <a:r>
              <a:rPr lang="en-US" dirty="0"/>
              <a:t>} )</a:t>
            </a:r>
            <a:endParaRPr lang="th-TH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728B88-4C00-83F4-F1D8-A85D92187E7D}"/>
              </a:ext>
            </a:extLst>
          </p:cNvPr>
          <p:cNvSpPr txBox="1"/>
          <p:nvPr/>
        </p:nvSpPr>
        <p:spPr>
          <a:xfrm>
            <a:off x="6385951" y="4157837"/>
            <a:ext cx="2805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computed({</a:t>
            </a:r>
          </a:p>
          <a:p>
            <a:r>
              <a:rPr lang="en-US" dirty="0"/>
              <a:t>   get: </a:t>
            </a:r>
            <a:r>
              <a:rPr lang="en-US" dirty="0" err="1"/>
              <a:t>fn</a:t>
            </a:r>
            <a:endParaRPr lang="en-US" dirty="0"/>
          </a:p>
          <a:p>
            <a:r>
              <a:rPr lang="en-US" dirty="0"/>
              <a:t>})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819560-5F3D-7AE3-0D9D-DB8D3E2CB15D}"/>
              </a:ext>
            </a:extLst>
          </p:cNvPr>
          <p:cNvSpPr txBox="1"/>
          <p:nvPr/>
        </p:nvSpPr>
        <p:spPr>
          <a:xfrm>
            <a:off x="911433" y="4553593"/>
            <a:ext cx="2294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computed(</a:t>
            </a:r>
            <a:r>
              <a:rPr lang="en-US" dirty="0" err="1"/>
              <a:t>fn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9A125-B614-202E-73F3-5ED9B60ADA2F}"/>
              </a:ext>
            </a:extLst>
          </p:cNvPr>
          <p:cNvSpPr txBox="1"/>
          <p:nvPr/>
        </p:nvSpPr>
        <p:spPr>
          <a:xfrm>
            <a:off x="1056904" y="5130140"/>
            <a:ext cx="2838202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&lt;template&gt;</a:t>
            </a:r>
          </a:p>
          <a:p>
            <a:endParaRPr lang="en-US" dirty="0"/>
          </a:p>
          <a:p>
            <a:r>
              <a:rPr lang="en-US" dirty="0"/>
              <a:t>    &lt;h1&gt; {{ </a:t>
            </a:r>
            <a:r>
              <a:rPr lang="en-US" dirty="0">
                <a:solidFill>
                  <a:srgbClr val="FF0000"/>
                </a:solidFill>
              </a:rPr>
              <a:t>total </a:t>
            </a:r>
            <a:r>
              <a:rPr lang="en-US" dirty="0"/>
              <a:t>}  &lt;/h1&gt;</a:t>
            </a:r>
          </a:p>
          <a:p>
            <a:endParaRPr lang="en-US" dirty="0"/>
          </a:p>
          <a:p>
            <a:r>
              <a:rPr lang="en-US" dirty="0"/>
              <a:t>&lt;/template&gt;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84EEF-08F3-49DA-2EE4-C4B255FC6E0A}"/>
              </a:ext>
            </a:extLst>
          </p:cNvPr>
          <p:cNvSpPr txBox="1"/>
          <p:nvPr/>
        </p:nvSpPr>
        <p:spPr>
          <a:xfrm>
            <a:off x="6885703" y="5116287"/>
            <a:ext cx="2838202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&lt;script&gt;</a:t>
            </a:r>
          </a:p>
          <a:p>
            <a:endParaRPr lang="en-US" dirty="0"/>
          </a:p>
          <a:p>
            <a:r>
              <a:rPr lang="en-US" dirty="0"/>
              <a:t>        vat = </a:t>
            </a:r>
            <a:r>
              <a:rPr lang="en-US" dirty="0" err="1">
                <a:solidFill>
                  <a:srgbClr val="FF0000"/>
                </a:solidFill>
              </a:rPr>
              <a:t>total.value</a:t>
            </a:r>
            <a:r>
              <a:rPr lang="en-US" dirty="0"/>
              <a:t>*0.07;</a:t>
            </a:r>
          </a:p>
          <a:p>
            <a:endParaRPr lang="en-US" dirty="0"/>
          </a:p>
          <a:p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974841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53CB-66E4-2F19-B4D6-4FC03AF6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625"/>
            <a:ext cx="105156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th-TH" dirty="0"/>
              <a:t>คำสั่ง </a:t>
            </a:r>
            <a:r>
              <a:rPr lang="en-US" dirty="0"/>
              <a:t>Compute </a:t>
            </a:r>
            <a:r>
              <a:rPr lang="th-TH" dirty="0"/>
              <a:t>ใน </a:t>
            </a:r>
            <a:r>
              <a:rPr lang="en-US" dirty="0"/>
              <a:t>VUE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9701-08AD-8B8C-D818-139BC70A0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03" y="2039380"/>
            <a:ext cx="9742717" cy="4302043"/>
          </a:xfrm>
        </p:spPr>
        <p:txBody>
          <a:bodyPr>
            <a:normAutofit/>
          </a:bodyPr>
          <a:lstStyle/>
          <a:p>
            <a:r>
              <a:rPr lang="th-TH" dirty="0"/>
              <a:t>คำสั่ง</a:t>
            </a:r>
            <a:r>
              <a:rPr lang="en-US" dirty="0"/>
              <a:t> compute </a:t>
            </a:r>
            <a:r>
              <a:rPr lang="th-TH" dirty="0"/>
              <a:t>เทียบเท่ากับการสร้างตัวแปร</a:t>
            </a:r>
            <a:r>
              <a:rPr lang="en-US" dirty="0"/>
              <a:t> state variable </a:t>
            </a:r>
            <a:r>
              <a:rPr lang="th-TH" dirty="0"/>
              <a:t>จากคำสั่ง</a:t>
            </a:r>
            <a:r>
              <a:rPr lang="en-US" dirty="0"/>
              <a:t> ref()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th-TH" dirty="0"/>
              <a:t>     </a:t>
            </a:r>
            <a:r>
              <a:rPr lang="en-US" dirty="0"/>
              <a:t>const item = ref(0);</a:t>
            </a:r>
          </a:p>
          <a:p>
            <a:pPr marL="0" indent="0">
              <a:buNone/>
            </a:pPr>
            <a:r>
              <a:rPr lang="th-TH" dirty="0"/>
              <a:t> </a:t>
            </a:r>
            <a:r>
              <a:rPr lang="en-US" dirty="0"/>
              <a:t>           const  sum  = compute( { …. } )</a:t>
            </a:r>
          </a:p>
          <a:p>
            <a:pPr marL="0" indent="0">
              <a:buNone/>
            </a:pPr>
            <a:r>
              <a:rPr lang="en-US" dirty="0"/>
              <a:t>                                     </a:t>
            </a:r>
            <a:endParaRPr lang="th-TH" dirty="0"/>
          </a:p>
          <a:p>
            <a:r>
              <a:rPr lang="th-TH" dirty="0"/>
              <a:t>ช่วยในเรื่อง</a:t>
            </a:r>
            <a:r>
              <a:rPr lang="en-US" dirty="0"/>
              <a:t> reusability</a:t>
            </a:r>
            <a:r>
              <a:rPr lang="th-TH" dirty="0"/>
              <a:t> ของ</a:t>
            </a:r>
            <a:r>
              <a:rPr lang="en-US" dirty="0"/>
              <a:t> code</a:t>
            </a:r>
            <a:r>
              <a:rPr lang="th-TH" dirty="0"/>
              <a:t> ที่เกี่ยวข้องการคำนวณ </a:t>
            </a:r>
            <a:endParaRPr lang="en-US" dirty="0"/>
          </a:p>
          <a:p>
            <a:r>
              <a:rPr lang="th-TH" dirty="0"/>
              <a:t>ช่วยในเรื่องของ</a:t>
            </a:r>
            <a:r>
              <a:rPr lang="en-US" dirty="0"/>
              <a:t> information hiding  </a:t>
            </a:r>
            <a:r>
              <a:rPr lang="th-TH" dirty="0"/>
              <a:t>มีคุณสมบัติคล้ายกับ</a:t>
            </a:r>
            <a:r>
              <a:rPr lang="en-US" dirty="0"/>
              <a:t> property </a:t>
            </a:r>
            <a:r>
              <a:rPr lang="th-TH" dirty="0"/>
              <a:t>ใน</a:t>
            </a:r>
            <a:r>
              <a:rPr lang="en-US" dirty="0"/>
              <a:t> </a:t>
            </a:r>
            <a:r>
              <a:rPr lang="en-US" dirty="0" err="1"/>
              <a:t>c#</a:t>
            </a:r>
            <a:endParaRPr lang="en-US" dirty="0"/>
          </a:p>
          <a:p>
            <a:pPr lvl="1"/>
            <a:r>
              <a:rPr lang="en-US" dirty="0"/>
              <a:t>get  </a:t>
            </a:r>
            <a:r>
              <a:rPr lang="th-TH" dirty="0"/>
              <a:t>อ่านค่า</a:t>
            </a:r>
            <a:r>
              <a:rPr lang="en-US" dirty="0"/>
              <a:t>	</a:t>
            </a:r>
            <a:r>
              <a:rPr lang="th-TH" dirty="0"/>
              <a:t> </a:t>
            </a:r>
          </a:p>
          <a:p>
            <a:pPr lvl="1"/>
            <a:r>
              <a:rPr lang="en-US" dirty="0"/>
              <a:t>set</a:t>
            </a:r>
            <a:r>
              <a:rPr lang="th-TH" dirty="0"/>
              <a:t>   กำหนดค่า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6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A1289-D75B-C472-FA16-E9A76E4C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6" y="115744"/>
            <a:ext cx="10515600" cy="1325563"/>
          </a:xfrm>
        </p:spPr>
        <p:txBody>
          <a:bodyPr/>
          <a:lstStyle/>
          <a:p>
            <a:r>
              <a:rPr lang="th-TH" dirty="0"/>
              <a:t>หลักการทำงานของคำสั่ง</a:t>
            </a:r>
            <a:r>
              <a:rPr lang="en-US" dirty="0"/>
              <a:t> Computed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E2E46-97B5-291A-ADA5-5381D547E46F}"/>
              </a:ext>
            </a:extLst>
          </p:cNvPr>
          <p:cNvSpPr txBox="1"/>
          <p:nvPr/>
        </p:nvSpPr>
        <p:spPr>
          <a:xfrm>
            <a:off x="7763493" y="1435075"/>
            <a:ext cx="3399312" cy="48013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User </a:t>
            </a:r>
            <a:r>
              <a:rPr lang="th-TH" dirty="0"/>
              <a:t>พิมพ์ค่าใน </a:t>
            </a:r>
            <a:r>
              <a:rPr lang="en-US" dirty="0"/>
              <a:t>input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item1 / item2 </a:t>
            </a:r>
            <a:r>
              <a:rPr lang="th-TH" dirty="0"/>
              <a:t>เปลี่ยน</a:t>
            </a:r>
          </a:p>
          <a:p>
            <a:r>
              <a:rPr lang="th-TH" dirty="0"/>
              <a:t>        ↓</a:t>
            </a:r>
          </a:p>
          <a:p>
            <a:r>
              <a:rPr lang="en-US" dirty="0"/>
              <a:t>Vue </a:t>
            </a:r>
            <a:r>
              <a:rPr lang="th-TH" dirty="0"/>
              <a:t>รู้ว่า </a:t>
            </a:r>
            <a:r>
              <a:rPr lang="en-US" dirty="0"/>
              <a:t>state </a:t>
            </a:r>
            <a:r>
              <a:rPr lang="th-TH" dirty="0"/>
              <a:t>เปลี่ยน</a:t>
            </a:r>
          </a:p>
          <a:p>
            <a:r>
              <a:rPr lang="th-TH" dirty="0"/>
              <a:t>        ↓</a:t>
            </a:r>
          </a:p>
          <a:p>
            <a:r>
              <a:rPr lang="en-US" dirty="0"/>
              <a:t>computed(total) </a:t>
            </a:r>
            <a:r>
              <a:rPr lang="th-TH" dirty="0"/>
              <a:t>ถูก </a:t>
            </a:r>
            <a:r>
              <a:rPr lang="en-US" dirty="0"/>
              <a:t>mark </a:t>
            </a:r>
            <a:r>
              <a:rPr lang="th-TH" dirty="0"/>
              <a:t>ว่า </a:t>
            </a:r>
            <a:r>
              <a:rPr lang="en-US" dirty="0"/>
              <a:t>dirty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Template </a:t>
            </a:r>
            <a:r>
              <a:rPr lang="th-TH" dirty="0"/>
              <a:t>ขออ่าน {{ </a:t>
            </a:r>
            <a:r>
              <a:rPr lang="en-US" dirty="0"/>
              <a:t>total }}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Vue </a:t>
            </a:r>
            <a:r>
              <a:rPr lang="th-TH" dirty="0"/>
              <a:t>เรียก </a:t>
            </a:r>
            <a:r>
              <a:rPr lang="en-US" dirty="0"/>
              <a:t>function </a:t>
            </a:r>
            <a:r>
              <a:rPr lang="th-TH" dirty="0"/>
              <a:t>ใน </a:t>
            </a:r>
            <a:r>
              <a:rPr lang="en-US" dirty="0"/>
              <a:t>computed</a:t>
            </a:r>
          </a:p>
          <a:p>
            <a:r>
              <a:rPr lang="en-US" dirty="0"/>
              <a:t>        ↓</a:t>
            </a:r>
          </a:p>
          <a:p>
            <a:r>
              <a:rPr lang="th-TH" dirty="0"/>
              <a:t>คำนวณ </a:t>
            </a:r>
            <a:r>
              <a:rPr lang="en-US" dirty="0"/>
              <a:t>item1 + item2</a:t>
            </a:r>
          </a:p>
          <a:p>
            <a:r>
              <a:rPr lang="en-US" dirty="0"/>
              <a:t>        ↓</a:t>
            </a:r>
          </a:p>
          <a:p>
            <a:r>
              <a:rPr lang="th-TH" dirty="0"/>
              <a:t>เก็บ </a:t>
            </a:r>
            <a:r>
              <a:rPr lang="en-US" dirty="0"/>
              <a:t>cache </a:t>
            </a:r>
            <a:r>
              <a:rPr lang="th-TH" dirty="0"/>
              <a:t>ค่าใหม่</a:t>
            </a:r>
          </a:p>
          <a:p>
            <a:r>
              <a:rPr lang="th-TH" dirty="0"/>
              <a:t>        ↓</a:t>
            </a:r>
          </a:p>
          <a:p>
            <a:r>
              <a:rPr lang="en-US" dirty="0"/>
              <a:t>Render </a:t>
            </a:r>
            <a:r>
              <a:rPr lang="th-TH" dirty="0"/>
              <a:t>หน้าจอใหม่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EDE004-D1ED-632E-763F-B25325EF4AEE}"/>
              </a:ext>
            </a:extLst>
          </p:cNvPr>
          <p:cNvSpPr txBox="1"/>
          <p:nvPr/>
        </p:nvSpPr>
        <p:spPr>
          <a:xfrm>
            <a:off x="555173" y="1341236"/>
            <a:ext cx="6097978" cy="54416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onst item1 = ref(0)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total = computed(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get():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return item1.value + item2.value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 )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&lt;template&gt;</a:t>
            </a: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model.number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th-TH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{{</a:t>
            </a:r>
            <a:r>
              <a:rPr lang="th-TH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total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}}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&lt;/template&gt;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CE53E-DDA1-81C3-07CC-CB4BC68F10D3}"/>
              </a:ext>
            </a:extLst>
          </p:cNvPr>
          <p:cNvSpPr txBox="1"/>
          <p:nvPr/>
        </p:nvSpPr>
        <p:spPr>
          <a:xfrm>
            <a:off x="8036622" y="207222"/>
            <a:ext cx="2093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compute-2-src.zip </a:t>
            </a:r>
          </a:p>
        </p:txBody>
      </p:sp>
    </p:spTree>
    <p:extLst>
      <p:ext uri="{BB962C8B-B14F-4D97-AF65-F5344CB8AC3E}">
        <p14:creationId xmlns:p14="http://schemas.microsoft.com/office/powerpoint/2010/main" val="408068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E66163-D6CD-085B-CD94-7C7F0B0AEC4C}"/>
              </a:ext>
            </a:extLst>
          </p:cNvPr>
          <p:cNvSpPr txBox="1"/>
          <p:nvPr/>
        </p:nvSpPr>
        <p:spPr>
          <a:xfrm>
            <a:off x="198912" y="1503895"/>
            <a:ext cx="10987644" cy="42361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vue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VatRate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0.07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`item1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item2 = 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VatRate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07ED39-1473-BC44-4DE3-E930CB379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6" y="115744"/>
            <a:ext cx="10515600" cy="1325563"/>
          </a:xfrm>
        </p:spPr>
        <p:txBody>
          <a:bodyPr/>
          <a:lstStyle/>
          <a:p>
            <a:r>
              <a:rPr lang="th-TH" dirty="0"/>
              <a:t>ใช้คำสั่ง</a:t>
            </a:r>
            <a:r>
              <a:rPr lang="en-US" dirty="0"/>
              <a:t> compute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6FE23-C780-9B79-E9DE-201674A82B43}"/>
              </a:ext>
            </a:extLst>
          </p:cNvPr>
          <p:cNvSpPr txBox="1"/>
          <p:nvPr/>
        </p:nvSpPr>
        <p:spPr>
          <a:xfrm>
            <a:off x="5257800" y="456604"/>
            <a:ext cx="2413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compute-3-src.zip </a:t>
            </a:r>
          </a:p>
        </p:txBody>
      </p:sp>
    </p:spTree>
    <p:extLst>
      <p:ext uri="{BB962C8B-B14F-4D97-AF65-F5344CB8AC3E}">
        <p14:creationId xmlns:p14="http://schemas.microsoft.com/office/powerpoint/2010/main" val="1208496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F74A6-8F5A-18B1-B4D8-8AE7F1F7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56651FE-B1DD-168E-7583-6D96BA5DF4D8}"/>
              </a:ext>
            </a:extLst>
          </p:cNvPr>
          <p:cNvSpPr txBox="1"/>
          <p:nvPr/>
        </p:nvSpPr>
        <p:spPr>
          <a:xfrm>
            <a:off x="804558" y="608010"/>
            <a:ext cx="9954486" cy="42361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รายการที่ 1 :</a:t>
            </a:r>
          </a:p>
          <a:p>
            <a:pPr>
              <a:lnSpc>
                <a:spcPts val="1350"/>
              </a:lnSpc>
              <a:buNone/>
            </a:pP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h-TH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model.number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รายการที่ 2 :</a:t>
            </a:r>
          </a:p>
          <a:p>
            <a:pPr>
              <a:lnSpc>
                <a:spcPts val="1350"/>
              </a:lnSpc>
              <a:buNone/>
            </a:pP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h-TH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model.number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item2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รวมราคา : {{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VAT 7% 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toFixed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(2)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ราคาสุทธิ 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520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1197</Words>
  <Application>Microsoft Office PowerPoint</Application>
  <PresentationFormat>Widescreen</PresentationFormat>
  <Paragraphs>204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Office Theme</vt:lpstr>
      <vt:lpstr>คำสั่ง Compute ของ VUE : get</vt:lpstr>
      <vt:lpstr>โจทย์ : โปรแกรมรับรายการคำสั่งซื้อ 2 รายการ              เพื่อค่าราคาสุทธิและคำนวณ vat 7 % </vt:lpstr>
      <vt:lpstr>PowerPoint Presentation</vt:lpstr>
      <vt:lpstr>Compute ใน VUE : GET สำหรับอ่านค่า</vt:lpstr>
      <vt:lpstr>คำสั่ง Compute ใน VUE</vt:lpstr>
      <vt:lpstr>หลักการทำงานของคำสั่ง Computed</vt:lpstr>
      <vt:lpstr>ใช้คำสั่ง compute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lastModifiedBy>rapirak jirayu</cp:lastModifiedBy>
  <cp:revision>30</cp:revision>
  <dcterms:created xsi:type="dcterms:W3CDTF">2026-05-14T00:58:52Z</dcterms:created>
  <dcterms:modified xsi:type="dcterms:W3CDTF">2026-05-14T07:38:43Z</dcterms:modified>
</cp:coreProperties>
</file>