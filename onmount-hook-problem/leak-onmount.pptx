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256" r:id="rId5"/>
    <p:sldId id="31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16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0809" autoAdjust="0"/>
  </p:normalViewPr>
  <p:slideViewPr>
    <p:cSldViewPr snapToGrid="0">
      <p:cViewPr varScale="1">
        <p:scale>
          <a:sx n="95" d="100"/>
          <a:sy n="95" d="100"/>
        </p:scale>
        <p:origin x="102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08/05/2026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08/05/2026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4A907-021C-4A77-AAA8-2694194F0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DDB94-F169-BADD-60A0-563FA43D3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8405B-D36E-3287-585E-4E10FA727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CFC6E-4751-8FD2-3B79-964FD7DBC2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926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08/05/2026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08/05/2026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619" y="1702741"/>
            <a:ext cx="10962373" cy="2387600"/>
          </a:xfrm>
        </p:spPr>
        <p:txBody>
          <a:bodyPr anchor="ctr" anchorCtr="0">
            <a:normAutofit/>
          </a:bodyPr>
          <a:lstStyle/>
          <a:p>
            <a:pPr algn="ctr"/>
            <a:br>
              <a:rPr lang="en-US" sz="3600" b="1" dirty="0">
                <a:solidFill>
                  <a:schemeClr val="bg1"/>
                </a:solidFill>
              </a:rPr>
            </a:br>
            <a:r>
              <a:rPr lang="en-US" sz="3600" b="1" dirty="0"/>
              <a:t>Vue Component Lifecycle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br>
              <a:rPr lang="en-US" sz="3600" b="1" dirty="0">
                <a:solidFill>
                  <a:schemeClr val="bg1"/>
                </a:solidFill>
              </a:rPr>
            </a:br>
            <a:br>
              <a:rPr lang="en-US" sz="36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memory leak problem </a:t>
            </a:r>
            <a:r>
              <a:rPr lang="th-TH" sz="3600" b="1" dirty="0">
                <a:solidFill>
                  <a:schemeClr val="bg1"/>
                </a:solidFill>
              </a:rPr>
              <a:t>ใน</a:t>
            </a:r>
            <a:r>
              <a:rPr lang="en-US" sz="3600" b="1" dirty="0">
                <a:solidFill>
                  <a:schemeClr val="bg1"/>
                </a:solidFill>
              </a:rPr>
              <a:t> Mounting/</a:t>
            </a:r>
            <a:r>
              <a:rPr lang="en-US" sz="3600" b="1" dirty="0" err="1">
                <a:solidFill>
                  <a:schemeClr val="bg1"/>
                </a:solidFill>
              </a:rPr>
              <a:t>Unmonting</a:t>
            </a:r>
            <a:r>
              <a:rPr lang="en-US" sz="3600" b="1" dirty="0">
                <a:solidFill>
                  <a:schemeClr val="bg1"/>
                </a:solidFill>
              </a:rPr>
              <a:t> </a:t>
            </a:r>
            <a:r>
              <a:rPr lang="en-US" sz="3600" b="1" dirty="0" err="1">
                <a:solidFill>
                  <a:schemeClr val="bg1"/>
                </a:solidFill>
              </a:rPr>
              <a:t>Pharse</a:t>
            </a:r>
            <a:endParaRPr lang="en-US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PowerPoint program icon"/>
          <p:cNvPicPr>
            <a:picLocks noChangeAspect="1"/>
          </p:cNvPicPr>
          <p:nvPr/>
        </p:nvPicPr>
        <p:blipFill>
          <a:blip r:embed="rId3"/>
          <a:srcRect/>
          <a:stretch/>
        </p:blipFill>
        <p:spPr bwMode="invGray">
          <a:xfrm>
            <a:off x="670216" y="5193062"/>
            <a:ext cx="822960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E63ED-9E77-FE69-6354-FC6730F81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13ED2-98A8-D716-4572-FB01C50B2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/>
          <a:lstStyle/>
          <a:p>
            <a:r>
              <a:rPr lang="en-US" b="1" dirty="0"/>
              <a:t>VUE3 Hook Function</a:t>
            </a:r>
            <a:endParaRPr lang="nl-NL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C7832A7-7609-6C8E-475B-55F19F2D35AE}"/>
              </a:ext>
            </a:extLst>
          </p:cNvPr>
          <p:cNvSpPr txBox="1">
            <a:spLocks/>
          </p:cNvSpPr>
          <p:nvPr/>
        </p:nvSpPr>
        <p:spPr>
          <a:xfrm>
            <a:off x="202127" y="1721181"/>
            <a:ext cx="11950117" cy="333313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1"/>
            <a:endParaRPr lang="en-US" sz="1200" b="1" dirty="0"/>
          </a:p>
          <a:p>
            <a:pPr marL="514350" indent="-514350">
              <a:buAutoNum type="arabicPeriod"/>
            </a:pPr>
            <a:r>
              <a:rPr lang="en-US" sz="3200" b="1" dirty="0"/>
              <a:t>Mounting Phase: </a:t>
            </a:r>
            <a:r>
              <a:rPr lang="en-US" sz="2200" dirty="0"/>
              <a:t>Component is inserted into the DOM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onBeforeMount</a:t>
            </a:r>
            <a:r>
              <a:rPr lang="en-US" dirty="0"/>
              <a:t>()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 err="1"/>
              <a:t>onMounted</a:t>
            </a:r>
            <a:r>
              <a:rPr lang="en-US" dirty="0"/>
              <a:t>()</a:t>
            </a:r>
          </a:p>
          <a:p>
            <a:pPr lvl="1"/>
            <a:endParaRPr lang="en-US" sz="1200" b="1" dirty="0"/>
          </a:p>
          <a:p>
            <a:pPr lvl="1"/>
            <a:r>
              <a:rPr lang="en-US" sz="1200" b="1" dirty="0"/>
              <a:t>	</a:t>
            </a:r>
            <a:endParaRPr lang="en-US" sz="3200" b="1" dirty="0"/>
          </a:p>
          <a:p>
            <a:pPr marL="514350" indent="-514350">
              <a:buAutoNum type="arabicPeriod"/>
            </a:pPr>
            <a:r>
              <a:rPr lang="en-US" sz="3200" b="1" dirty="0"/>
              <a:t>Unmounting Phase: </a:t>
            </a:r>
            <a:r>
              <a:rPr lang="en-US" sz="2200" dirty="0"/>
              <a:t>Component is removed from DOM</a:t>
            </a:r>
          </a:p>
          <a:p>
            <a:pPr marL="1195388" lvl="2" indent="-280988">
              <a:buFont typeface="Arial" panose="020B0604020202020204" pitchFamily="34" charset="0"/>
              <a:buChar char="•"/>
              <a:tabLst>
                <a:tab pos="1195388" algn="l"/>
              </a:tabLst>
            </a:pPr>
            <a:r>
              <a:rPr lang="en-US" dirty="0" err="1"/>
              <a:t>onBeforeUnmount</a:t>
            </a:r>
            <a:r>
              <a:rPr lang="en-US" dirty="0"/>
              <a:t>()</a:t>
            </a:r>
          </a:p>
          <a:p>
            <a:pPr marL="1195388" lvl="2" indent="-280988">
              <a:buFont typeface="Arial" panose="020B0604020202020204" pitchFamily="34" charset="0"/>
              <a:buChar char="•"/>
              <a:tabLst>
                <a:tab pos="1195388" algn="l"/>
              </a:tabLst>
            </a:pPr>
            <a:r>
              <a:rPr lang="en-US" dirty="0" err="1"/>
              <a:t>onUnmounted</a:t>
            </a:r>
            <a:r>
              <a:rPr lang="en-US" dirty="0"/>
              <a:t>();</a:t>
            </a:r>
          </a:p>
          <a:p>
            <a:pPr marL="1195388" lvl="2" indent="-280988">
              <a:buFont typeface="Arial" panose="020B0604020202020204" pitchFamily="34" charset="0"/>
              <a:buChar char="•"/>
              <a:tabLst>
                <a:tab pos="1195388" algn="l"/>
              </a:tabLst>
            </a:pPr>
            <a:endParaRPr lang="en-US" b="1" dirty="0"/>
          </a:p>
          <a:p>
            <a:r>
              <a:rPr lang="en-US" sz="4000" b="1" dirty="0"/>
              <a:t>	</a:t>
            </a:r>
            <a:r>
              <a:rPr lang="th-TH" sz="2400" b="1" dirty="0"/>
              <a:t>ลบของ</a:t>
            </a:r>
            <a:r>
              <a:rPr lang="en-US" sz="2400" b="1" dirty="0"/>
              <a:t> </a:t>
            </a:r>
            <a:r>
              <a:rPr lang="en-US" sz="2400" b="1" dirty="0" err="1"/>
              <a:t>compoent</a:t>
            </a:r>
            <a:r>
              <a:rPr lang="en-US" sz="2400" b="1" dirty="0"/>
              <a:t>,</a:t>
            </a:r>
            <a:r>
              <a:rPr lang="th-TH" sz="2400" b="1" dirty="0"/>
              <a:t>ปิดการเชื่อมต่อกับ</a:t>
            </a:r>
            <a:r>
              <a:rPr lang="en-US" sz="2400" b="1" dirty="0"/>
              <a:t> network</a:t>
            </a:r>
          </a:p>
        </p:txBody>
      </p:sp>
    </p:spTree>
    <p:extLst>
      <p:ext uri="{BB962C8B-B14F-4D97-AF65-F5344CB8AC3E}">
        <p14:creationId xmlns:p14="http://schemas.microsoft.com/office/powerpoint/2010/main" val="248356474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14115</TotalTime>
  <Words>54</Words>
  <Application>Microsoft Office PowerPoint</Application>
  <PresentationFormat>Widescreen</PresentationFormat>
  <Paragraphs>15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Segoe UI</vt:lpstr>
      <vt:lpstr>Segoe UI Light</vt:lpstr>
      <vt:lpstr>Custom</vt:lpstr>
      <vt:lpstr> Vue Component Lifecycle   memory leak problem ใน Mounting/Unmonting Pharse</vt:lpstr>
      <vt:lpstr>VUE3 Hook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93</cp:revision>
  <dcterms:created xsi:type="dcterms:W3CDTF">2026-02-24T13:07:23Z</dcterms:created>
  <dcterms:modified xsi:type="dcterms:W3CDTF">2026-05-08T06:16:53Z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