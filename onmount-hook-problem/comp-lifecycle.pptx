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313" r:id="rId6"/>
    <p:sldId id="31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3"/>
            <p14:sldId id="314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0809" autoAdjust="0"/>
  </p:normalViewPr>
  <p:slideViewPr>
    <p:cSldViewPr snapToGrid="0">
      <p:cViewPr varScale="1">
        <p:scale>
          <a:sx n="95" d="100"/>
          <a:sy n="95" d="100"/>
        </p:scale>
        <p:origin x="102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08/05/2026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08/05/2026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545-6D4B-36E7-E46A-16D4DFF0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FB35-69C0-62F6-10ED-947860F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BC537-5B67-DDD1-1091-ED62EA96C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3B3-8E12-9180-946E-ABBB8DA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38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2A2A-C4DE-D569-1758-7F1E85EA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E2B47-818A-4CA7-9219-D60267A2D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81FFD-C13C-5781-D382-D9BCDCCF5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FA97D-4DAC-10EC-54EC-4FAD2001A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5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08/05/2026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08/05/2026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12789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600" b="1" dirty="0"/>
              <a:t>Vue Component Lifecycle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br>
              <a:rPr lang="en-US" sz="3600" b="1" dirty="0">
                <a:solidFill>
                  <a:schemeClr val="bg1"/>
                </a:solidFill>
              </a:rPr>
            </a:br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update UI variable problem </a:t>
            </a:r>
            <a:r>
              <a:rPr lang="th-TH" sz="3600" b="1" dirty="0">
                <a:solidFill>
                  <a:schemeClr val="bg1"/>
                </a:solidFill>
              </a:rPr>
              <a:t>ใน </a:t>
            </a:r>
            <a:r>
              <a:rPr lang="en-US" sz="3600" b="1" dirty="0" err="1">
                <a:solidFill>
                  <a:schemeClr val="bg1"/>
                </a:solidFill>
              </a:rPr>
              <a:t>onUpdate</a:t>
            </a:r>
            <a:r>
              <a:rPr lang="en-US" sz="3600" b="1" dirty="0">
                <a:solidFill>
                  <a:schemeClr val="bg1"/>
                </a:solidFill>
              </a:rPr>
              <a:t> Hook 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F6A3-941F-3DC8-294A-0B38B70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5699-2A94-1AD9-4153-E4F27E2C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81" y="448056"/>
            <a:ext cx="3751819" cy="640080"/>
          </a:xfrm>
        </p:spPr>
        <p:txBody>
          <a:bodyPr>
            <a:normAutofit/>
          </a:bodyPr>
          <a:lstStyle/>
          <a:p>
            <a:r>
              <a:rPr lang="en-US" dirty="0"/>
              <a:t>UI variable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DDE6F-F82A-AFB4-DF7F-9053ADFE9F69}"/>
              </a:ext>
            </a:extLst>
          </p:cNvPr>
          <p:cNvSpPr txBox="1"/>
          <p:nvPr/>
        </p:nvSpPr>
        <p:spPr>
          <a:xfrm>
            <a:off x="1313797" y="147071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dirty="0">
                <a:solidFill>
                  <a:srgbClr val="FF0000"/>
                </a:solidFill>
              </a:rPr>
              <a:t>คือ ตัวแปรที่ทำมาใช้แสดงข้อมูลใน</a:t>
            </a:r>
            <a:r>
              <a:rPr lang="en-US" sz="3200" dirty="0">
                <a:solidFill>
                  <a:srgbClr val="FF0000"/>
                </a:solidFill>
              </a:rPr>
              <a:t> tag 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6BEF2-7407-A105-1684-BF30EFCD3C1A}"/>
              </a:ext>
            </a:extLst>
          </p:cNvPr>
          <p:cNvSpPr txBox="1"/>
          <p:nvPr/>
        </p:nvSpPr>
        <p:spPr>
          <a:xfrm>
            <a:off x="3016470" y="2120945"/>
            <a:ext cx="6096000" cy="13635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count UI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varible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--&gt;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</a:p>
        </p:txBody>
      </p:sp>
    </p:spTree>
    <p:extLst>
      <p:ext uri="{BB962C8B-B14F-4D97-AF65-F5344CB8AC3E}">
        <p14:creationId xmlns:p14="http://schemas.microsoft.com/office/powerpoint/2010/main" val="27424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668D-AB73-4A01-4366-58F977C6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7F9F-C0DC-8946-E0B6-9ED3CB43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81" y="448056"/>
            <a:ext cx="5769919" cy="640080"/>
          </a:xfrm>
        </p:spPr>
        <p:txBody>
          <a:bodyPr>
            <a:normAutofit/>
          </a:bodyPr>
          <a:lstStyle/>
          <a:p>
            <a:r>
              <a:rPr lang="en-US" dirty="0" err="1"/>
              <a:t>onUpdated</a:t>
            </a:r>
            <a:r>
              <a:rPr lang="en-US" dirty="0"/>
              <a:t> Hook in Vue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D2261-40AB-5145-2D1C-9B826AC73AAD}"/>
              </a:ext>
            </a:extLst>
          </p:cNvPr>
          <p:cNvSpPr txBox="1"/>
          <p:nvPr/>
        </p:nvSpPr>
        <p:spPr>
          <a:xfrm>
            <a:off x="3216166" y="1416749"/>
            <a:ext cx="6096000" cy="13635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count UI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varible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--&gt;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804E2-05B4-0842-A4AB-2B1D6A6C3B2C}"/>
              </a:ext>
            </a:extLst>
          </p:cNvPr>
          <p:cNvSpPr txBox="1"/>
          <p:nvPr/>
        </p:nvSpPr>
        <p:spPr>
          <a:xfrm>
            <a:off x="756745" y="3384327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>
                <a:solidFill>
                  <a:srgbClr val="FF0000"/>
                </a:solidFill>
              </a:rPr>
              <a:t>ข้อห้าม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60083-63DA-0A8E-CB7D-C3B63CC92D3A}"/>
              </a:ext>
            </a:extLst>
          </p:cNvPr>
          <p:cNvSpPr txBox="1"/>
          <p:nvPr/>
        </p:nvSpPr>
        <p:spPr>
          <a:xfrm>
            <a:off x="3048000" y="3312571"/>
            <a:ext cx="6096000" cy="19021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onUpdated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th-TH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'4.Updated: 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endParaRPr lang="th-TH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lnSpc>
                <a:spcPts val="1350"/>
              </a:lnSpc>
              <a:buNone/>
            </a:pPr>
            <a:endParaRPr lang="th-TH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 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947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14100</TotalTime>
  <Words>111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Consolas</vt:lpstr>
      <vt:lpstr>Segoe UI</vt:lpstr>
      <vt:lpstr>Segoe UI Light</vt:lpstr>
      <vt:lpstr>Custom</vt:lpstr>
      <vt:lpstr>Vue Component Lifecycle   update UI variable problem ใน onUpdate Hook </vt:lpstr>
      <vt:lpstr>UI variable </vt:lpstr>
      <vt:lpstr>onUpdated Hook in Vue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100</cp:revision>
  <dcterms:created xsi:type="dcterms:W3CDTF">2026-02-24T13:07:23Z</dcterms:created>
  <dcterms:modified xsi:type="dcterms:W3CDTF">2026-05-08T04:35:08Z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