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63" r:id="rId4"/>
    <p:sldId id="264" r:id="rId5"/>
    <p:sldId id="261" r:id="rId6"/>
    <p:sldId id="265" r:id="rId7"/>
    <p:sldId id="257" r:id="rId8"/>
    <p:sldId id="262" r:id="rId9"/>
    <p:sldId id="267" r:id="rId10"/>
    <p:sldId id="268" r:id="rId11"/>
    <p:sldId id="270" r:id="rId12"/>
    <p:sldId id="266" r:id="rId13"/>
    <p:sldId id="271" r:id="rId14"/>
    <p:sldId id="259" r:id="rId15"/>
    <p:sldId id="26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4877" autoAdjust="0"/>
  </p:normalViewPr>
  <p:slideViewPr>
    <p:cSldViewPr snapToGrid="0">
      <p:cViewPr varScale="1">
        <p:scale>
          <a:sx n="75" d="100"/>
          <a:sy n="75" d="100"/>
        </p:scale>
        <p:origin x="177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0E792-7B21-4402-9244-F92D6EC1367D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36640-B669-4F47-AFB1-E61C814D0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834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1190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"name":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"version": "0.0.0",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"private": true,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"type": "module",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"scripts":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"dev":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--host",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"build":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build --base ./",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"preview":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preview --host"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"dependencies":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"^3.3.11",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-router": "^4.3.0"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devDependencies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"@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vitejs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/plugin-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"^4.5.2",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vite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": "^5.0.10"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8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&lt;!--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App.vue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&lt;header style="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background-color:lightyellow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padding:10px;"&gt;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&lt;h1&gt;Hello App!&lt;/h1&gt;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&lt;p&gt;  &lt;strong&gt;Current route path:&lt;/strong&gt; {{ $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route.fullPath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}} 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&lt;/header&gt;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&lt;nav class="menu"&gt;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to="/"&gt;Home&lt;/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to="/about"&gt;About&lt;/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to="/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"&gt;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RouterLink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&lt;/nav&gt;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&lt;main style="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background-color:lightblue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padding:10px;"&gt;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&lt;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&lt;/main&gt;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&lt;footer style="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background-color:lightgreen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padding:10px;"&gt;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Footer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&lt;/footer&gt;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&lt;style&gt;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.menu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width: 100%;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border: 2px solid black;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padding: 10px;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display: flex;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gap: 10px;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.menu a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color: blue;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border: 1px solid gray;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padding: 8px;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text-decoration: none;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.menu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a.router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-link-active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background: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lightgray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&lt;/style&gt;</a:t>
            </a:r>
            <a:endParaRPr lang="th-TH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0400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useRouter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-router'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ref,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onUnmounted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router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useRouter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goToAbout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router.push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('/about')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(()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console.log('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mounted')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onUnmounted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(()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console.log('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unmounted')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&lt;h2&gt;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&lt;/h2&gt;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&lt;button @click="goToAbout"&gt;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Go to About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&lt;/button&gt;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462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2343-3E74-07DF-939F-66D8534E2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73B77-50A8-C344-C53C-16563F3F31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61886F-C012-7453-46E8-0DF40E3900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ref,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onUnmounted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search = ref('')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(()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console.log('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mounted')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onUnmounted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(()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console.log('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unmounted')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&lt;h2&gt;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&lt;/h2&gt;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&lt;label&gt;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Search: &lt;input v-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model.trim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="search"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maxlength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="20"&gt;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&lt;/label&gt;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7095C-711D-E2B6-9E7F-BECE61623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9814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5397-AFCA-5565-25F5-9C3887973D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110453-91B1-1332-72F7-B75F2B112E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BAED3F-192F-5A55-74F1-1262C90F7F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&lt;script setup&gt;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ref,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onUnmounted</a:t>
            </a:r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search = ref('')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(()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console.log('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mounted')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onUnmounted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(() =&gt; 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console.log('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unmounted')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})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&lt;/script&gt;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&lt;template&gt;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&lt;h2&gt;Option View&lt;/h2&gt;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&lt;p&gt;Select a Technology Brand:&lt;/p&gt;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&lt;input type="radio"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id="Netflix"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name="brand"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value="Netflix"&gt;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&lt;label for="Netflix"&gt;Netflix&lt;/label&gt;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&lt;/div&gt;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&lt;input type="radio"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id="Audi"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name="brand"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value="Audi"&gt;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&lt;label for="Audi"&gt;Audi&lt;/label&gt;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&lt;/div&gt;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&lt;input type="radio"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id="Microsoft"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name="brand"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value="Microsoft" checked&gt;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&lt;label for="Microsoft"&gt;Microsoft&lt;/label&gt;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&lt;/div&gt;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&lt;/template&gt;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11559-4662-A79C-4DA8-0B0EA4DE6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8392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createApp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App from './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App.vue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'./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HomeView.vue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'./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AboutView.vue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from './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OptionView.vue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{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createMemoryHistory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createRouter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createWebHashHistory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,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createWebHistory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} from '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vue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-router'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routerObj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createRouter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({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history: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createWebHashHistory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//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createWebHistory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or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createWebHashHistory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in production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routes:  [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//{ path: '/', redirect: '/about'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{ path: '/about', component: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AboutView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{ path: '/', component: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HomeView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  { path: '/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', component: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OptionView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},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        ]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});</a:t>
            </a:r>
          </a:p>
          <a:p>
            <a:endParaRPr lang="en-US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 app = 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createApp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(App)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</a:t>
            </a:r>
          </a:p>
          <a:p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.use(</a:t>
            </a:r>
            <a:r>
              <a:rPr lang="en-US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routerObj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//</a:t>
            </a:r>
            <a:r>
              <a:rPr lang="th-TH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ต้องทำการ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mount('#app')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.mount('#app')</a:t>
            </a:r>
          </a:p>
          <a:p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356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636640-B669-4F47-AFB1-E61C814D0CB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80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11D56-CC25-FEE1-49D5-DD94521888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D556B3-B10C-595E-E08D-F82D4260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491F9-405A-723E-0266-E030640C1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E2626-68CC-2AA8-EBFB-BA518909A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6C317-1F4C-5AE9-207E-7ACA4BE61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07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72636-37AC-6F05-B58E-5C9FE6CCC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D8AA5-0ACF-AB3D-7F12-38985AB83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20CAD7-53B5-65D8-533B-C3031BA0E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8DCBBF-8989-4544-FB71-99FB53C9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DFC58-F701-1F7A-DEA9-65D0AA4E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218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44228-C99D-E58D-E637-ACF3C211C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73E8B0-9905-8502-EC55-6741469409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8501-B36F-F262-69BC-4117865DC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A898E-86B0-B713-A207-F5394730D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830980-729A-BAE4-24A7-97655CD16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250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AC8A-C6BE-CE34-2FFB-3E75AD866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D7F0-0A1D-1531-2E78-43F363A770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CBE69C-72C4-4611-44F1-CECDF3BD2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E6E49-2774-4993-2E72-F92B7B32A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3845C7-DE9C-BEE9-6F41-DB97BD6D3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11C74E-6A8C-854C-28F1-E04100239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291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63A1A-32B1-34F8-470F-C231E8199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0FC17-8F57-AE61-2CF1-7C10442AF9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8A560-A84F-813F-92F0-DE088C0426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A35438-14DD-6007-6D43-58A5C28593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5E2760-0C05-6491-17C1-335EBFDEF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79DF92-D1CE-6DC8-2D91-FEEB0F50D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81EE77-0935-3326-2BCD-69979D738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92D776-5D43-7CCD-374D-7A33E04E9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534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C3B7E-FE82-645D-E36B-CAA3F1C34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DE9FB9-BBB0-9B45-D935-0EA86BBDC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961958-E809-14C4-761B-DE0DDA004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33B411-C639-FECB-7375-B389247AE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160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64886-E517-CD43-695B-7D3C34B9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FB4BE3-F806-6B11-5866-A05DA26AA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13C38B-596C-3330-FFF6-5A6347F17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615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873E7-EBF8-5B33-E1EC-9776686DB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6270E-AB95-CE55-ED7C-BF7F971CC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0CDC1-3A86-48E8-AF59-700A70C5BA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C7993-C21A-3661-4263-612D122E9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49D8F0-2051-3427-320A-9F5E8777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EAF1DF-677F-83B1-9EC1-A1E91624B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925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9C92A-E097-F04E-9C89-E634FF769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930BA9-8165-70EB-9D36-35343ED4BC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17C07-906C-637D-2F8E-B757B8060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8E4C64-BC87-DA29-DA35-3C36B180A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96F2A-C4A0-9E59-23BB-539CEBE08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EF5C25-BF05-5D60-BBF5-62F8EC30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789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1CB83-0070-8374-4BD2-FD8EA25A6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FF5228-D69D-C02C-8A90-B4D54FBB49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D53A-F3B1-E190-1D41-F8C7982C1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67E1D-3415-395E-FFF5-3063B4E69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433BC-5098-2178-C191-C5FEB6253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088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39B349-8CC6-5F8D-2FDE-FF6B0EE465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CF31D-74E5-4915-6CAC-CAF3BE9B9B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71AA5-29B8-FBFF-4AA0-61D3E3321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1716-D5C0-77AE-41E3-CC7210C4E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5843F9-0DE3-3DA1-CC93-E256E449B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230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7B0666-E4BC-20BE-AB68-4EE5494B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F7D7A5-6DA8-564B-1205-E20DE679FE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DABB9-65D9-3C8C-2145-7C12AEB22E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5BAA1D-CD6B-4A02-B270-D7E8779137E9}" type="datetimeFigureOut">
              <a:rPr lang="en-US" smtClean="0"/>
              <a:t>27/05/2026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7669-D06E-5580-29CC-67A7A5B06C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02EE8-6719-73D9-7479-84136D4909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6D067-2F3A-4CDB-BF20-C318F703E6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79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B928A-F245-4464-F9E4-8F8E71F3D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830497" y="1958574"/>
            <a:ext cx="15695525" cy="923330"/>
          </a:xfrm>
        </p:spPr>
        <p:txBody>
          <a:bodyPr>
            <a:noAutofit/>
          </a:bodyPr>
          <a:lstStyle/>
          <a:p>
            <a:br>
              <a:rPr lang="th-TH" sz="4400" b="1" dirty="0"/>
            </a:br>
            <a:r>
              <a:rPr lang="en-US" sz="4400" b="1" dirty="0">
                <a:solidFill>
                  <a:schemeClr val="accent1"/>
                </a:solidFill>
              </a:rPr>
              <a:t>(</a:t>
            </a:r>
            <a:r>
              <a:rPr lang="th-TH" sz="4400" b="1" dirty="0">
                <a:solidFill>
                  <a:schemeClr val="accent1"/>
                </a:solidFill>
              </a:rPr>
              <a:t>ตอน</a:t>
            </a:r>
            <a:r>
              <a:rPr lang="en-US" sz="4400" b="1" dirty="0">
                <a:solidFill>
                  <a:schemeClr val="accent1"/>
                </a:solidFill>
              </a:rPr>
              <a:t>:</a:t>
            </a:r>
            <a:r>
              <a:rPr lang="th-TH" sz="4400" b="1" dirty="0">
                <a:solidFill>
                  <a:schemeClr val="accent1"/>
                </a:solidFill>
              </a:rPr>
              <a:t>ตัวอย่างการทำ</a:t>
            </a:r>
            <a:r>
              <a:rPr lang="en-US" sz="4400" b="1" dirty="0">
                <a:solidFill>
                  <a:schemeClr val="accent1"/>
                </a:solidFill>
              </a:rPr>
              <a:t> menu App</a:t>
            </a:r>
            <a:r>
              <a:rPr lang="th-TH" sz="4400" b="1" dirty="0">
                <a:solidFill>
                  <a:schemeClr val="accent1"/>
                </a:solidFill>
              </a:rPr>
              <a:t> แบบง่าย</a:t>
            </a:r>
            <a:r>
              <a:rPr lang="en-US" sz="4400" b="1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C0A84F-6D86-5281-5C04-FA6258D0CF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2073" y="3390990"/>
            <a:ext cx="8801100" cy="1655762"/>
          </a:xfrm>
        </p:spPr>
        <p:txBody>
          <a:bodyPr>
            <a:normAutofit/>
          </a:bodyPr>
          <a:lstStyle/>
          <a:p>
            <a:pPr algn="l"/>
            <a:r>
              <a:rPr lang="th-TH" sz="4000" b="1" dirty="0">
                <a:solidFill>
                  <a:srgbClr val="FF0000"/>
                </a:solidFill>
              </a:rPr>
              <a:t>สามารถฝึกปฏิบัติแบบออนไลน์จาก </a:t>
            </a:r>
            <a:r>
              <a:rPr lang="en-US" sz="4000" b="1" dirty="0">
                <a:solidFill>
                  <a:srgbClr val="FF0000"/>
                </a:solidFill>
              </a:rPr>
              <a:t>source code </a:t>
            </a:r>
          </a:p>
          <a:p>
            <a:pPr algn="l"/>
            <a:r>
              <a:rPr lang="th-TH" sz="4000" b="1" dirty="0">
                <a:solidFill>
                  <a:srgbClr val="FF0000"/>
                </a:solidFill>
              </a:rPr>
              <a:t>ผ่านลิงก์</a:t>
            </a:r>
            <a:r>
              <a:rPr lang="en-US" sz="4000" b="1" dirty="0">
                <a:solidFill>
                  <a:srgbClr val="FF0000"/>
                </a:solidFill>
              </a:rPr>
              <a:t>(link)</a:t>
            </a:r>
            <a:r>
              <a:rPr lang="th-TH" sz="4000" b="1" dirty="0">
                <a:solidFill>
                  <a:srgbClr val="FF0000"/>
                </a:solidFill>
              </a:rPr>
              <a:t> ในคำอธิบายใต้คลิป </a:t>
            </a:r>
            <a:r>
              <a:rPr lang="en-US" sz="4000" b="1" dirty="0">
                <a:solidFill>
                  <a:srgbClr val="FF0000"/>
                </a:solidFill>
              </a:rPr>
              <a:t>YouTube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2E2211-34DE-ABB9-BBE3-5452EB372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148" y="5200649"/>
            <a:ext cx="2333704" cy="93348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D5BB053-51FD-D8FA-C3AE-1DAA04ECACE2}"/>
              </a:ext>
            </a:extLst>
          </p:cNvPr>
          <p:cNvSpPr txBox="1"/>
          <p:nvPr/>
        </p:nvSpPr>
        <p:spPr>
          <a:xfrm>
            <a:off x="683288" y="710684"/>
            <a:ext cx="1142497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5400" dirty="0"/>
              <a:t>การทำ</a:t>
            </a:r>
            <a:r>
              <a:rPr lang="en-US" sz="5400" dirty="0"/>
              <a:t>menu</a:t>
            </a:r>
            <a:r>
              <a:rPr lang="th-TH" sz="5400" dirty="0"/>
              <a:t>บน</a:t>
            </a:r>
            <a:r>
              <a:rPr lang="en-US" sz="5400" dirty="0"/>
              <a:t>App </a:t>
            </a:r>
            <a:r>
              <a:rPr lang="th-TH" sz="5400" dirty="0"/>
              <a:t>ด้วย</a:t>
            </a:r>
            <a:r>
              <a:rPr lang="en-US" sz="5400" dirty="0"/>
              <a:t>Vue Router 4 –EP2</a:t>
            </a:r>
          </a:p>
        </p:txBody>
      </p:sp>
    </p:spTree>
    <p:extLst>
      <p:ext uri="{BB962C8B-B14F-4D97-AF65-F5344CB8AC3E}">
        <p14:creationId xmlns:p14="http://schemas.microsoft.com/office/powerpoint/2010/main" val="12895608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B4B08-3CEB-AA17-5A5A-F874B409B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51"/>
            <a:ext cx="10515600" cy="766251"/>
          </a:xfrm>
        </p:spPr>
        <p:txBody>
          <a:bodyPr/>
          <a:lstStyle/>
          <a:p>
            <a:r>
              <a:rPr lang="th-TH" dirty="0"/>
              <a:t>โจทย์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E34A19-8AB8-2380-4838-EE533017D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4" y="1058008"/>
            <a:ext cx="8778769" cy="5048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43AF272-BADB-A1EB-4DAF-50DAB75F3EA9}"/>
              </a:ext>
            </a:extLst>
          </p:cNvPr>
          <p:cNvSpPr txBox="1"/>
          <p:nvPr/>
        </p:nvSpPr>
        <p:spPr>
          <a:xfrm>
            <a:off x="5548392" y="1735811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6B0841-B0CB-349D-66A2-A6780FDF26B3}"/>
              </a:ext>
            </a:extLst>
          </p:cNvPr>
          <p:cNvSpPr txBox="1"/>
          <p:nvPr/>
        </p:nvSpPr>
        <p:spPr>
          <a:xfrm>
            <a:off x="5545813" y="3841002"/>
            <a:ext cx="2185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Main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F09017-C7DA-F52E-6F45-2A6B8267CAB5}"/>
              </a:ext>
            </a:extLst>
          </p:cNvPr>
          <p:cNvSpPr txBox="1"/>
          <p:nvPr/>
        </p:nvSpPr>
        <p:spPr>
          <a:xfrm>
            <a:off x="5468321" y="2988593"/>
            <a:ext cx="2446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Navigation/Menu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D08EE-86A1-3D72-5479-8C54ED7C352F}"/>
              </a:ext>
            </a:extLst>
          </p:cNvPr>
          <p:cNvSpPr txBox="1"/>
          <p:nvPr/>
        </p:nvSpPr>
        <p:spPr>
          <a:xfrm>
            <a:off x="5512232" y="4876805"/>
            <a:ext cx="1160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2677421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739BA-0A07-54BD-446F-3FC7B679E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D25D7-01FC-C5A8-E394-2B626A400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237" y="117151"/>
            <a:ext cx="10515600" cy="766251"/>
          </a:xfrm>
        </p:spPr>
        <p:txBody>
          <a:bodyPr>
            <a:normAutofit fontScale="90000"/>
          </a:bodyPr>
          <a:lstStyle/>
          <a:p>
            <a:r>
              <a:rPr lang="th-TH" dirty="0"/>
              <a:t>แนวคิดในการทำ</a:t>
            </a:r>
            <a:r>
              <a:rPr lang="en-US" dirty="0"/>
              <a:t>:</a:t>
            </a:r>
            <a:r>
              <a:rPr lang="th-TH" dirty="0"/>
              <a:t>กำหนด</a:t>
            </a:r>
            <a:r>
              <a:rPr lang="en-US" dirty="0"/>
              <a:t> page layout </a:t>
            </a:r>
            <a:r>
              <a:rPr lang="th-TH" dirty="0"/>
              <a:t>แบบ </a:t>
            </a:r>
            <a:r>
              <a:rPr lang="en-US" dirty="0"/>
              <a:t>general HTML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BBFC3E-79F1-A00E-3591-E0BD5202F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24" y="1058008"/>
            <a:ext cx="8778769" cy="5048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45D4D9-0DAE-2CB3-CD12-327165D22219}"/>
              </a:ext>
            </a:extLst>
          </p:cNvPr>
          <p:cNvSpPr txBox="1"/>
          <p:nvPr/>
        </p:nvSpPr>
        <p:spPr>
          <a:xfrm>
            <a:off x="9360975" y="1735811"/>
            <a:ext cx="210506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Header section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88576-EA7C-A988-01C2-CB0BEDC8A670}"/>
              </a:ext>
            </a:extLst>
          </p:cNvPr>
          <p:cNvSpPr txBox="1"/>
          <p:nvPr/>
        </p:nvSpPr>
        <p:spPr>
          <a:xfrm>
            <a:off x="9358396" y="3779010"/>
            <a:ext cx="226703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Main content </a:t>
            </a:r>
          </a:p>
          <a:p>
            <a:r>
              <a:rPr lang="en-US" sz="2800" b="1" dirty="0">
                <a:solidFill>
                  <a:srgbClr val="FF0000"/>
                </a:solidFill>
              </a:rPr>
              <a:t>section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383FA2-791E-7CD7-A7BE-10F23A1BC1F0}"/>
              </a:ext>
            </a:extLst>
          </p:cNvPr>
          <p:cNvSpPr txBox="1"/>
          <p:nvPr/>
        </p:nvSpPr>
        <p:spPr>
          <a:xfrm>
            <a:off x="9280904" y="2880107"/>
            <a:ext cx="24468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Navigation/Menu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  section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9B1651-7C1D-0023-6858-2038494F2FDB}"/>
              </a:ext>
            </a:extLst>
          </p:cNvPr>
          <p:cNvSpPr txBox="1"/>
          <p:nvPr/>
        </p:nvSpPr>
        <p:spPr>
          <a:xfrm>
            <a:off x="9324815" y="4907801"/>
            <a:ext cx="2314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Footer section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CF29FB-F0C4-8CAF-5C25-5442D7B7A6B5}"/>
              </a:ext>
            </a:extLst>
          </p:cNvPr>
          <p:cNvSpPr txBox="1"/>
          <p:nvPr/>
        </p:nvSpPr>
        <p:spPr>
          <a:xfrm>
            <a:off x="7018149" y="1996696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&lt;header&gt;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7484CC-2EC7-6C95-E4FA-CB5A53E74CC9}"/>
              </a:ext>
            </a:extLst>
          </p:cNvPr>
          <p:cNvSpPr txBox="1"/>
          <p:nvPr/>
        </p:nvSpPr>
        <p:spPr>
          <a:xfrm>
            <a:off x="7015570" y="4039895"/>
            <a:ext cx="12939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&lt;main&gt;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D21087-7BFE-8919-8100-353267D5322E}"/>
              </a:ext>
            </a:extLst>
          </p:cNvPr>
          <p:cNvSpPr txBox="1"/>
          <p:nvPr/>
        </p:nvSpPr>
        <p:spPr>
          <a:xfrm>
            <a:off x="7155054" y="2955010"/>
            <a:ext cx="951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&lt;nav&gt;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9772600-8EF4-A94D-E5AE-9C7D645D7475}"/>
              </a:ext>
            </a:extLst>
          </p:cNvPr>
          <p:cNvSpPr txBox="1"/>
          <p:nvPr/>
        </p:nvSpPr>
        <p:spPr>
          <a:xfrm>
            <a:off x="7043981" y="4982710"/>
            <a:ext cx="1466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&lt;footer&gt;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3FB8F74-44FB-26D4-A481-AF01B06DAD25}"/>
              </a:ext>
            </a:extLst>
          </p:cNvPr>
          <p:cNvSpPr txBox="1"/>
          <p:nvPr/>
        </p:nvSpPr>
        <p:spPr>
          <a:xfrm>
            <a:off x="7046568" y="1379345"/>
            <a:ext cx="14377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Sematic Html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89E251-160F-FDDC-52C3-2772AC8A16D7}"/>
              </a:ext>
            </a:extLst>
          </p:cNvPr>
          <p:cNvSpPr txBox="1"/>
          <p:nvPr/>
        </p:nvSpPr>
        <p:spPr>
          <a:xfrm>
            <a:off x="2386741" y="3704096"/>
            <a:ext cx="2399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&lt;a </a:t>
            </a:r>
            <a:r>
              <a:rPr lang="en-US" b="1" dirty="0" err="1"/>
              <a:t>href</a:t>
            </a:r>
            <a:r>
              <a:rPr lang="en-US" b="1" dirty="0"/>
              <a:t>=“/"&gt;Home&lt;/a&gt;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D0CEE3-9CE7-8656-60C8-FBAC3374DBCD}"/>
              </a:ext>
            </a:extLst>
          </p:cNvPr>
          <p:cNvSpPr txBox="1"/>
          <p:nvPr/>
        </p:nvSpPr>
        <p:spPr>
          <a:xfrm>
            <a:off x="2384157" y="4135461"/>
            <a:ext cx="2976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&lt;a </a:t>
            </a:r>
            <a:r>
              <a:rPr lang="en-US" b="1" dirty="0" err="1"/>
              <a:t>href</a:t>
            </a:r>
            <a:r>
              <a:rPr lang="en-US" b="1" dirty="0"/>
              <a:t>=“/about"&gt;About&lt;/a&gt;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CF23E7-1B80-C547-3FA4-B5BD7D009CCE}"/>
              </a:ext>
            </a:extLst>
          </p:cNvPr>
          <p:cNvSpPr txBox="1"/>
          <p:nvPr/>
        </p:nvSpPr>
        <p:spPr>
          <a:xfrm>
            <a:off x="2350579" y="4597825"/>
            <a:ext cx="41508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&lt;a </a:t>
            </a:r>
            <a:r>
              <a:rPr lang="en-US" b="1" dirty="0" err="1"/>
              <a:t>href</a:t>
            </a:r>
            <a:r>
              <a:rPr lang="en-US" b="1" dirty="0"/>
              <a:t>=“/ </a:t>
            </a:r>
            <a:r>
              <a:rPr lang="en-US" b="1" dirty="0" err="1"/>
              <a:t>Optionview</a:t>
            </a:r>
            <a:r>
              <a:rPr lang="en-US" b="1" dirty="0"/>
              <a:t> "&gt;</a:t>
            </a:r>
            <a:r>
              <a:rPr lang="en-US" b="1" dirty="0" err="1"/>
              <a:t>Optionview</a:t>
            </a:r>
            <a:r>
              <a:rPr lang="en-US" b="1" dirty="0"/>
              <a:t>&lt;/a&gt;</a:t>
            </a:r>
          </a:p>
        </p:txBody>
      </p:sp>
    </p:spTree>
    <p:extLst>
      <p:ext uri="{BB962C8B-B14F-4D97-AF65-F5344CB8AC3E}">
        <p14:creationId xmlns:p14="http://schemas.microsoft.com/office/powerpoint/2010/main" val="2167311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E4240AA-4781-1FB9-07D5-78F741D49F45}"/>
              </a:ext>
            </a:extLst>
          </p:cNvPr>
          <p:cNvSpPr txBox="1"/>
          <p:nvPr/>
        </p:nvSpPr>
        <p:spPr>
          <a:xfrm>
            <a:off x="647054" y="259270"/>
            <a:ext cx="373896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&lt;body&gt;</a:t>
            </a:r>
          </a:p>
          <a:p>
            <a:endParaRPr lang="en-US" b="1" dirty="0"/>
          </a:p>
          <a:p>
            <a:r>
              <a:rPr lang="en-US" b="1" dirty="0"/>
              <a:t>  &lt;header&gt;</a:t>
            </a:r>
          </a:p>
          <a:p>
            <a:r>
              <a:rPr lang="en-US" b="1" dirty="0"/>
              <a:t>    &lt;h1&gt; </a:t>
            </a:r>
            <a:r>
              <a:rPr lang="en-US" b="1" dirty="0" err="1"/>
              <a:t>Hellow</a:t>
            </a:r>
            <a:r>
              <a:rPr lang="en-US" b="1" dirty="0"/>
              <a:t> …..</a:t>
            </a:r>
          </a:p>
          <a:p>
            <a:r>
              <a:rPr lang="en-US" b="1" dirty="0"/>
              <a:t>  &lt;/header&gt;</a:t>
            </a:r>
          </a:p>
          <a:p>
            <a:endParaRPr lang="en-US" b="1" dirty="0"/>
          </a:p>
          <a:p>
            <a:r>
              <a:rPr lang="en-US" b="1" dirty="0"/>
              <a:t>  &lt;nav&gt;</a:t>
            </a:r>
          </a:p>
          <a:p>
            <a:r>
              <a:rPr lang="en-US" b="1" dirty="0">
                <a:solidFill>
                  <a:srgbClr val="FF0000"/>
                </a:solidFill>
              </a:rPr>
              <a:t>    &lt;a </a:t>
            </a:r>
            <a:r>
              <a:rPr lang="en-US" b="1" dirty="0" err="1">
                <a:solidFill>
                  <a:srgbClr val="FF0000"/>
                </a:solidFill>
              </a:rPr>
              <a:t>href</a:t>
            </a:r>
            <a:r>
              <a:rPr lang="en-US" b="1" dirty="0">
                <a:solidFill>
                  <a:srgbClr val="FF0000"/>
                </a:solidFill>
              </a:rPr>
              <a:t>=“/"&gt;Home&lt;/a&gt;</a:t>
            </a:r>
          </a:p>
          <a:p>
            <a:r>
              <a:rPr lang="en-US" b="1" dirty="0">
                <a:solidFill>
                  <a:srgbClr val="FF0000"/>
                </a:solidFill>
              </a:rPr>
              <a:t>    &lt;a </a:t>
            </a:r>
            <a:r>
              <a:rPr lang="en-US" b="1" dirty="0" err="1">
                <a:solidFill>
                  <a:srgbClr val="FF0000"/>
                </a:solidFill>
              </a:rPr>
              <a:t>href</a:t>
            </a:r>
            <a:r>
              <a:rPr lang="en-US" b="1" dirty="0">
                <a:solidFill>
                  <a:srgbClr val="FF0000"/>
                </a:solidFill>
              </a:rPr>
              <a:t>=“/about"&gt;About&lt;/a&gt;</a:t>
            </a:r>
          </a:p>
          <a:p>
            <a:endParaRPr lang="en-US" b="1" dirty="0"/>
          </a:p>
          <a:p>
            <a:r>
              <a:rPr lang="en-US" b="1" dirty="0"/>
              <a:t>  &lt;/nav&gt;</a:t>
            </a:r>
          </a:p>
          <a:p>
            <a:endParaRPr lang="en-US" b="1" dirty="0"/>
          </a:p>
          <a:p>
            <a:r>
              <a:rPr lang="en-US" b="1" dirty="0"/>
              <a:t>  &lt;main&gt;</a:t>
            </a:r>
          </a:p>
          <a:p>
            <a:r>
              <a:rPr lang="en-US" b="1" dirty="0"/>
              <a:t>     Home View</a:t>
            </a:r>
          </a:p>
          <a:p>
            <a:endParaRPr lang="en-US" b="1" dirty="0"/>
          </a:p>
          <a:p>
            <a:r>
              <a:rPr lang="en-US" b="1" dirty="0"/>
              <a:t>  &lt;/main&gt;</a:t>
            </a:r>
          </a:p>
          <a:p>
            <a:endParaRPr lang="en-US" b="1" dirty="0"/>
          </a:p>
          <a:p>
            <a:r>
              <a:rPr lang="en-US" b="1" dirty="0"/>
              <a:t>  &lt;footer&gt;</a:t>
            </a:r>
          </a:p>
          <a:p>
            <a:r>
              <a:rPr lang="en-US" b="1" dirty="0"/>
              <a:t>    Footer</a:t>
            </a:r>
          </a:p>
          <a:p>
            <a:r>
              <a:rPr lang="en-US" b="1" dirty="0"/>
              <a:t>  &lt;/footer&gt;</a:t>
            </a:r>
          </a:p>
          <a:p>
            <a:endParaRPr lang="en-US" b="1" dirty="0"/>
          </a:p>
          <a:p>
            <a:r>
              <a:rPr lang="en-US" b="1" dirty="0"/>
              <a:t>&lt;/body&gt;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4FE8FD-1683-D32A-CC7A-B02C5432CC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685" y="686048"/>
            <a:ext cx="8778769" cy="50483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D7C50-1FCC-CCD9-0919-5F871786FEA9}"/>
              </a:ext>
            </a:extLst>
          </p:cNvPr>
          <p:cNvSpPr txBox="1"/>
          <p:nvPr/>
        </p:nvSpPr>
        <p:spPr>
          <a:xfrm>
            <a:off x="4835471" y="181780"/>
            <a:ext cx="1082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HTML tag</a:t>
            </a:r>
          </a:p>
        </p:txBody>
      </p:sp>
    </p:spTree>
    <p:extLst>
      <p:ext uri="{BB962C8B-B14F-4D97-AF65-F5344CB8AC3E}">
        <p14:creationId xmlns:p14="http://schemas.microsoft.com/office/powerpoint/2010/main" val="3798779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66D0F-4DA9-7119-8B54-059853AF3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F3314-5C11-0DD1-3EFA-F92845587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51"/>
            <a:ext cx="10515600" cy="766251"/>
          </a:xfrm>
        </p:spPr>
        <p:txBody>
          <a:bodyPr/>
          <a:lstStyle/>
          <a:p>
            <a:r>
              <a:rPr lang="en-US" dirty="0"/>
              <a:t>Vue page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38AFA5-8F56-21E0-36BC-47E6EFEAD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4" y="1058008"/>
            <a:ext cx="8778769" cy="5048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AEB8013-4887-B1EE-CF8C-44DD46AE5965}"/>
              </a:ext>
            </a:extLst>
          </p:cNvPr>
          <p:cNvSpPr txBox="1"/>
          <p:nvPr/>
        </p:nvSpPr>
        <p:spPr>
          <a:xfrm>
            <a:off x="9670941" y="1735811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231B9-EE60-C913-1C30-6F67E69CFD95}"/>
              </a:ext>
            </a:extLst>
          </p:cNvPr>
          <p:cNvSpPr txBox="1"/>
          <p:nvPr/>
        </p:nvSpPr>
        <p:spPr>
          <a:xfrm>
            <a:off x="9807846" y="3995986"/>
            <a:ext cx="2185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Main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9A7BE-D8E8-8491-976B-3B9C4912EE74}"/>
              </a:ext>
            </a:extLst>
          </p:cNvPr>
          <p:cNvSpPr txBox="1"/>
          <p:nvPr/>
        </p:nvSpPr>
        <p:spPr>
          <a:xfrm>
            <a:off x="9637364" y="2988593"/>
            <a:ext cx="2446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Navigation/Menu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05880-D9F5-006F-4503-A7BA50615D22}"/>
              </a:ext>
            </a:extLst>
          </p:cNvPr>
          <p:cNvSpPr txBox="1"/>
          <p:nvPr/>
        </p:nvSpPr>
        <p:spPr>
          <a:xfrm>
            <a:off x="9898252" y="4876808"/>
            <a:ext cx="1160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Footer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F0FC5-2867-E601-A157-513CEBE0A959}"/>
              </a:ext>
            </a:extLst>
          </p:cNvPr>
          <p:cNvSpPr txBox="1"/>
          <p:nvPr/>
        </p:nvSpPr>
        <p:spPr>
          <a:xfrm>
            <a:off x="7018149" y="1996696"/>
            <a:ext cx="1394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&lt;header&gt;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3734C1-7C95-20DF-A74F-635F67BEBAAB}"/>
              </a:ext>
            </a:extLst>
          </p:cNvPr>
          <p:cNvSpPr txBox="1"/>
          <p:nvPr/>
        </p:nvSpPr>
        <p:spPr>
          <a:xfrm>
            <a:off x="6767594" y="3931409"/>
            <a:ext cx="31228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&lt;Child</a:t>
            </a:r>
            <a:r>
              <a:rPr lang="th-TH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 </a:t>
            </a:r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Component&gt;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4B1371-A312-5535-DB39-2D4FC9F34C42}"/>
              </a:ext>
            </a:extLst>
          </p:cNvPr>
          <p:cNvSpPr txBox="1"/>
          <p:nvPr/>
        </p:nvSpPr>
        <p:spPr>
          <a:xfrm>
            <a:off x="7155054" y="2955010"/>
            <a:ext cx="9513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&lt;nav&gt;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054999-3FD3-5584-3ED4-E37228EE3505}"/>
              </a:ext>
            </a:extLst>
          </p:cNvPr>
          <p:cNvSpPr txBox="1"/>
          <p:nvPr/>
        </p:nvSpPr>
        <p:spPr>
          <a:xfrm>
            <a:off x="7043981" y="4982710"/>
            <a:ext cx="14668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</a:rPr>
              <a:t>&lt;footer&gt;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04AA5C-DA80-2A0F-DDEC-8A2E516A69FF}"/>
              </a:ext>
            </a:extLst>
          </p:cNvPr>
          <p:cNvSpPr txBox="1"/>
          <p:nvPr/>
        </p:nvSpPr>
        <p:spPr>
          <a:xfrm>
            <a:off x="7046568" y="1348349"/>
            <a:ext cx="1826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Sematic template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43F89B-43A7-4C95-0969-5038F5DA309A}"/>
              </a:ext>
            </a:extLst>
          </p:cNvPr>
          <p:cNvSpPr txBox="1"/>
          <p:nvPr/>
        </p:nvSpPr>
        <p:spPr>
          <a:xfrm>
            <a:off x="2200763" y="3766087"/>
            <a:ext cx="3141822" cy="46166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400" b="1" dirty="0"/>
              <a:t>&lt;a </a:t>
            </a:r>
            <a:r>
              <a:rPr lang="en-US" sz="2400" b="1" dirty="0" err="1"/>
              <a:t>href</a:t>
            </a:r>
            <a:r>
              <a:rPr lang="en-US" sz="2400" b="1" dirty="0"/>
              <a:t>=“/"&gt;Home&lt;/a&gt;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132517-9D5F-6A2E-01F3-459D688DE0A8}"/>
              </a:ext>
            </a:extLst>
          </p:cNvPr>
          <p:cNvSpPr txBox="1"/>
          <p:nvPr/>
        </p:nvSpPr>
        <p:spPr>
          <a:xfrm>
            <a:off x="2103894" y="4495820"/>
            <a:ext cx="6098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&lt;</a:t>
            </a:r>
            <a:r>
              <a:rPr lang="en-US" sz="2400" dirty="0" err="1">
                <a:solidFill>
                  <a:srgbClr val="FF0000"/>
                </a:solidFill>
              </a:rPr>
              <a:t>RouterLink</a:t>
            </a:r>
            <a:r>
              <a:rPr lang="en-US" sz="2400" dirty="0">
                <a:solidFill>
                  <a:srgbClr val="FF0000"/>
                </a:solidFill>
              </a:rPr>
              <a:t> to="/"&gt;Home&lt;/</a:t>
            </a:r>
            <a:r>
              <a:rPr lang="en-US" sz="2400" dirty="0" err="1">
                <a:solidFill>
                  <a:srgbClr val="FF0000"/>
                </a:solidFill>
              </a:rPr>
              <a:t>RouterLink</a:t>
            </a:r>
            <a:r>
              <a:rPr lang="en-US" sz="2400" dirty="0">
                <a:solidFill>
                  <a:srgbClr val="FF0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662921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9EDCA-E73C-1829-8656-EA74C8B50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1A78C3-6274-98B3-7FAF-4BA64D85950E}"/>
              </a:ext>
            </a:extLst>
          </p:cNvPr>
          <p:cNvSpPr txBox="1"/>
          <p:nvPr/>
        </p:nvSpPr>
        <p:spPr>
          <a:xfrm>
            <a:off x="213101" y="259270"/>
            <a:ext cx="3506492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&lt;body&gt;</a:t>
            </a:r>
          </a:p>
          <a:p>
            <a:endParaRPr lang="en-US" b="1" dirty="0"/>
          </a:p>
          <a:p>
            <a:r>
              <a:rPr lang="en-US" b="1" dirty="0"/>
              <a:t>  &lt;header&gt;</a:t>
            </a:r>
          </a:p>
          <a:p>
            <a:r>
              <a:rPr lang="en-US" b="1" dirty="0"/>
              <a:t>    &lt;h1&gt; </a:t>
            </a:r>
            <a:r>
              <a:rPr lang="en-US" b="1" dirty="0" err="1"/>
              <a:t>Hellow</a:t>
            </a:r>
            <a:r>
              <a:rPr lang="en-US" b="1" dirty="0"/>
              <a:t> …..</a:t>
            </a:r>
          </a:p>
          <a:p>
            <a:r>
              <a:rPr lang="en-US" b="1" dirty="0"/>
              <a:t>  &lt;/header&gt;</a:t>
            </a:r>
          </a:p>
          <a:p>
            <a:endParaRPr lang="en-US" b="1" dirty="0"/>
          </a:p>
          <a:p>
            <a:r>
              <a:rPr lang="en-US" b="1" dirty="0"/>
              <a:t>  &lt;nav&gt;</a:t>
            </a:r>
          </a:p>
          <a:p>
            <a:r>
              <a:rPr lang="en-US" b="1" dirty="0">
                <a:solidFill>
                  <a:srgbClr val="FF0000"/>
                </a:solidFill>
              </a:rPr>
              <a:t>    &lt;a </a:t>
            </a:r>
            <a:r>
              <a:rPr lang="en-US" b="1" dirty="0" err="1">
                <a:solidFill>
                  <a:srgbClr val="FF0000"/>
                </a:solidFill>
              </a:rPr>
              <a:t>href</a:t>
            </a:r>
            <a:r>
              <a:rPr lang="en-US" b="1" dirty="0">
                <a:solidFill>
                  <a:srgbClr val="FF0000"/>
                </a:solidFill>
              </a:rPr>
              <a:t>=“/"&gt;Home&lt;/a&gt;</a:t>
            </a:r>
          </a:p>
          <a:p>
            <a:r>
              <a:rPr lang="en-US" b="1" dirty="0">
                <a:solidFill>
                  <a:srgbClr val="FF0000"/>
                </a:solidFill>
              </a:rPr>
              <a:t>    &lt;a </a:t>
            </a:r>
            <a:r>
              <a:rPr lang="en-US" b="1" dirty="0" err="1">
                <a:solidFill>
                  <a:srgbClr val="FF0000"/>
                </a:solidFill>
              </a:rPr>
              <a:t>href</a:t>
            </a:r>
            <a:r>
              <a:rPr lang="en-US" b="1" dirty="0">
                <a:solidFill>
                  <a:srgbClr val="FF0000"/>
                </a:solidFill>
              </a:rPr>
              <a:t>=“/about"&gt;About&lt;/a&gt;</a:t>
            </a:r>
          </a:p>
          <a:p>
            <a:endParaRPr lang="en-US" b="1" dirty="0"/>
          </a:p>
          <a:p>
            <a:r>
              <a:rPr lang="en-US" b="1" dirty="0"/>
              <a:t>  &lt;/nav&gt;</a:t>
            </a:r>
          </a:p>
          <a:p>
            <a:endParaRPr lang="en-US" b="1" dirty="0"/>
          </a:p>
          <a:p>
            <a:r>
              <a:rPr lang="en-US" b="1" dirty="0"/>
              <a:t>  &lt;main&gt;</a:t>
            </a:r>
          </a:p>
          <a:p>
            <a:r>
              <a:rPr lang="en-US" b="1" dirty="0"/>
              <a:t>     </a:t>
            </a:r>
            <a:r>
              <a:rPr lang="en-US" b="1" dirty="0">
                <a:solidFill>
                  <a:srgbClr val="00B050"/>
                </a:solidFill>
              </a:rPr>
              <a:t>Home View</a:t>
            </a:r>
          </a:p>
          <a:p>
            <a:endParaRPr lang="en-US" b="1" dirty="0"/>
          </a:p>
          <a:p>
            <a:r>
              <a:rPr lang="en-US" b="1" dirty="0"/>
              <a:t>  &lt;/main&gt;</a:t>
            </a:r>
          </a:p>
          <a:p>
            <a:endParaRPr lang="en-US" b="1" dirty="0"/>
          </a:p>
          <a:p>
            <a:r>
              <a:rPr lang="en-US" b="1" dirty="0"/>
              <a:t>  &lt;footer&gt;</a:t>
            </a:r>
          </a:p>
          <a:p>
            <a:r>
              <a:rPr lang="en-US" b="1" dirty="0"/>
              <a:t>    Footer</a:t>
            </a:r>
          </a:p>
          <a:p>
            <a:r>
              <a:rPr lang="en-US" b="1" dirty="0"/>
              <a:t>  &lt;/footer&gt;</a:t>
            </a:r>
          </a:p>
          <a:p>
            <a:endParaRPr lang="en-US" b="1" dirty="0"/>
          </a:p>
          <a:p>
            <a:r>
              <a:rPr lang="en-US" b="1" dirty="0"/>
              <a:t>&lt;/body&gt;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1B6839-4B94-E62A-C6A5-875B7EA13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6341" y="686048"/>
            <a:ext cx="8778769" cy="504832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171505-FBBB-734F-01ED-49C8C0DC44D1}"/>
              </a:ext>
            </a:extLst>
          </p:cNvPr>
          <p:cNvSpPr txBox="1"/>
          <p:nvPr/>
        </p:nvSpPr>
        <p:spPr>
          <a:xfrm>
            <a:off x="3697637" y="55206"/>
            <a:ext cx="5430866" cy="65556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&lt;template&gt;</a:t>
            </a:r>
          </a:p>
          <a:p>
            <a:endParaRPr lang="en-US" sz="2000" b="1" dirty="0"/>
          </a:p>
          <a:p>
            <a:r>
              <a:rPr lang="en-US" sz="2000" b="1" dirty="0"/>
              <a:t>  &lt;header&gt;</a:t>
            </a:r>
          </a:p>
          <a:p>
            <a:r>
              <a:rPr lang="en-US" sz="2000" b="1" dirty="0"/>
              <a:t>    &lt;h1&gt; </a:t>
            </a:r>
            <a:r>
              <a:rPr lang="en-US" sz="2000" b="1" dirty="0" err="1"/>
              <a:t>Hellow</a:t>
            </a:r>
            <a:r>
              <a:rPr lang="en-US" sz="2000" b="1" dirty="0"/>
              <a:t> …..</a:t>
            </a:r>
          </a:p>
          <a:p>
            <a:r>
              <a:rPr lang="en-US" sz="2000" b="1" dirty="0"/>
              <a:t>  &lt;/header&gt;</a:t>
            </a:r>
          </a:p>
          <a:p>
            <a:endParaRPr lang="en-US" sz="2000" b="1" dirty="0"/>
          </a:p>
          <a:p>
            <a:r>
              <a:rPr lang="en-US" sz="2000" b="1" dirty="0"/>
              <a:t>  &lt;nav&gt;</a:t>
            </a:r>
          </a:p>
          <a:p>
            <a:r>
              <a:rPr lang="en-US" sz="2000" dirty="0">
                <a:solidFill>
                  <a:srgbClr val="FF0000"/>
                </a:solidFill>
              </a:rPr>
              <a:t>      &lt;</a:t>
            </a:r>
            <a:r>
              <a:rPr lang="en-US" sz="2000" dirty="0" err="1">
                <a:solidFill>
                  <a:srgbClr val="FF0000"/>
                </a:solidFill>
              </a:rPr>
              <a:t>RouterLink</a:t>
            </a:r>
            <a:r>
              <a:rPr lang="en-US" sz="2000" dirty="0">
                <a:solidFill>
                  <a:srgbClr val="FF0000"/>
                </a:solidFill>
              </a:rPr>
              <a:t> to="/"&gt;Home&lt;/</a:t>
            </a:r>
            <a:r>
              <a:rPr lang="en-US" sz="2000" dirty="0" err="1">
                <a:solidFill>
                  <a:srgbClr val="FF0000"/>
                </a:solidFill>
              </a:rPr>
              <a:t>RouterLink</a:t>
            </a:r>
            <a:r>
              <a:rPr lang="en-US" sz="2000" dirty="0">
                <a:solidFill>
                  <a:srgbClr val="FF0000"/>
                </a:solidFill>
              </a:rPr>
              <a:t>&gt;</a:t>
            </a:r>
          </a:p>
          <a:p>
            <a:r>
              <a:rPr lang="en-US" sz="2000" dirty="0">
                <a:solidFill>
                  <a:srgbClr val="FF0000"/>
                </a:solidFill>
              </a:rPr>
              <a:t>      &lt;</a:t>
            </a:r>
            <a:r>
              <a:rPr lang="en-US" sz="2000" dirty="0" err="1">
                <a:solidFill>
                  <a:srgbClr val="FF0000"/>
                </a:solidFill>
              </a:rPr>
              <a:t>RouterLink</a:t>
            </a:r>
            <a:r>
              <a:rPr lang="en-US" sz="2000" dirty="0">
                <a:solidFill>
                  <a:srgbClr val="FF0000"/>
                </a:solidFill>
              </a:rPr>
              <a:t> to="/about"&gt;About&lt;/</a:t>
            </a:r>
            <a:r>
              <a:rPr lang="en-US" sz="2000" dirty="0" err="1">
                <a:solidFill>
                  <a:srgbClr val="FF0000"/>
                </a:solidFill>
              </a:rPr>
              <a:t>RouterLink</a:t>
            </a:r>
            <a:r>
              <a:rPr lang="en-US" sz="2000" dirty="0">
                <a:solidFill>
                  <a:srgbClr val="FF0000"/>
                </a:solidFill>
              </a:rPr>
              <a:t>&gt;</a:t>
            </a:r>
            <a:endParaRPr lang="en-US" sz="2000" b="1" dirty="0"/>
          </a:p>
          <a:p>
            <a:r>
              <a:rPr lang="en-US" sz="2000" b="1" dirty="0"/>
              <a:t>  &lt;/nav&gt;</a:t>
            </a:r>
          </a:p>
          <a:p>
            <a:endParaRPr lang="en-US" sz="2000" b="1" dirty="0"/>
          </a:p>
          <a:p>
            <a:r>
              <a:rPr lang="en-US" sz="2000" b="1" dirty="0"/>
              <a:t>  &lt;main&gt;</a:t>
            </a:r>
          </a:p>
          <a:p>
            <a:r>
              <a:rPr lang="en-US" sz="2000" b="1" dirty="0">
                <a:solidFill>
                  <a:srgbClr val="00B050"/>
                </a:solidFill>
              </a:rPr>
              <a:t>     </a:t>
            </a:r>
            <a:r>
              <a:rPr lang="en-US" sz="2000" dirty="0">
                <a:solidFill>
                  <a:srgbClr val="00B050"/>
                </a:solidFill>
              </a:rPr>
              <a:t>&lt;</a:t>
            </a:r>
            <a:r>
              <a:rPr lang="en-US" sz="2000" dirty="0" err="1">
                <a:solidFill>
                  <a:srgbClr val="00B050"/>
                </a:solidFill>
              </a:rPr>
              <a:t>RouterView</a:t>
            </a:r>
            <a:r>
              <a:rPr lang="en-US" sz="2000" dirty="0">
                <a:solidFill>
                  <a:srgbClr val="00B050"/>
                </a:solidFill>
              </a:rPr>
              <a:t> /&gt;</a:t>
            </a:r>
            <a:endParaRPr lang="en-US" sz="2000" b="1" dirty="0">
              <a:solidFill>
                <a:srgbClr val="00B050"/>
              </a:solidFill>
            </a:endParaRPr>
          </a:p>
          <a:p>
            <a:endParaRPr lang="en-US" sz="2000" b="1" dirty="0"/>
          </a:p>
          <a:p>
            <a:r>
              <a:rPr lang="en-US" sz="2000" b="1" dirty="0"/>
              <a:t>  &lt;/main&gt;</a:t>
            </a:r>
          </a:p>
          <a:p>
            <a:endParaRPr lang="en-US" sz="2000" b="1" dirty="0"/>
          </a:p>
          <a:p>
            <a:r>
              <a:rPr lang="en-US" sz="2000" b="1" dirty="0"/>
              <a:t>  &lt;footer&gt;</a:t>
            </a:r>
          </a:p>
          <a:p>
            <a:r>
              <a:rPr lang="en-US" sz="2000" b="1" dirty="0"/>
              <a:t>    Footer</a:t>
            </a:r>
          </a:p>
          <a:p>
            <a:r>
              <a:rPr lang="en-US" sz="2000" b="1" dirty="0"/>
              <a:t>  &lt;/footer&gt;</a:t>
            </a:r>
          </a:p>
          <a:p>
            <a:endParaRPr lang="en-US" sz="2000" b="1" dirty="0"/>
          </a:p>
          <a:p>
            <a:r>
              <a:rPr lang="en-US" sz="2000" b="1" dirty="0"/>
              <a:t>&lt;/template&gt;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57640A-3830-582E-8F14-7A04D963E419}"/>
              </a:ext>
            </a:extLst>
          </p:cNvPr>
          <p:cNvSpPr txBox="1"/>
          <p:nvPr/>
        </p:nvSpPr>
        <p:spPr>
          <a:xfrm>
            <a:off x="9515959" y="73292"/>
            <a:ext cx="1447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Vue template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07F0EFA-4752-E4E0-9108-CE1BB78AE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2023" y="-6833"/>
            <a:ext cx="4307238" cy="568897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Vue page layout</a:t>
            </a:r>
          </a:p>
        </p:txBody>
      </p:sp>
    </p:spTree>
    <p:extLst>
      <p:ext uri="{BB962C8B-B14F-4D97-AF65-F5344CB8AC3E}">
        <p14:creationId xmlns:p14="http://schemas.microsoft.com/office/powerpoint/2010/main" val="33631364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CA4A2-5310-5668-B9BE-8DBD712E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628"/>
            <a:ext cx="10515600" cy="1325563"/>
          </a:xfrm>
        </p:spPr>
        <p:txBody>
          <a:bodyPr/>
          <a:lstStyle/>
          <a:p>
            <a:r>
              <a:rPr lang="en-US" dirty="0"/>
              <a:t>1.</a:t>
            </a:r>
            <a:r>
              <a:rPr lang="th-TH" dirty="0"/>
              <a:t>ติดตั้ง</a:t>
            </a:r>
            <a:r>
              <a:rPr lang="en-US" dirty="0"/>
              <a:t> </a:t>
            </a:r>
            <a:r>
              <a:rPr lang="en-US" dirty="0" err="1"/>
              <a:t>vue</a:t>
            </a:r>
            <a:r>
              <a:rPr lang="en-US" dirty="0"/>
              <a:t>-router Package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6F468C-9A55-844A-4EC1-BCED4EF5C04E}"/>
              </a:ext>
            </a:extLst>
          </p:cNvPr>
          <p:cNvSpPr txBox="1"/>
          <p:nvPr/>
        </p:nvSpPr>
        <p:spPr>
          <a:xfrm>
            <a:off x="8311793" y="452064"/>
            <a:ext cx="1385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Package.json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4BDEF9-239B-E125-E025-AD46EE05317F}"/>
              </a:ext>
            </a:extLst>
          </p:cNvPr>
          <p:cNvSpPr txBox="1"/>
          <p:nvPr/>
        </p:nvSpPr>
        <p:spPr>
          <a:xfrm>
            <a:off x="2820692" y="945396"/>
            <a:ext cx="3384581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</a:t>
            </a:r>
          </a:p>
          <a:p>
            <a:r>
              <a:rPr lang="en-US" dirty="0"/>
              <a:t>  "name": "</a:t>
            </a:r>
            <a:r>
              <a:rPr lang="en-US" dirty="0" err="1"/>
              <a:t>vue</a:t>
            </a:r>
            <a:r>
              <a:rPr lang="en-US" dirty="0"/>
              <a:t>",</a:t>
            </a:r>
          </a:p>
          <a:p>
            <a:r>
              <a:rPr lang="en-US" dirty="0"/>
              <a:t>  "version": "0.0.0",</a:t>
            </a:r>
          </a:p>
          <a:p>
            <a:r>
              <a:rPr lang="en-US" dirty="0"/>
              <a:t>  "private": true,</a:t>
            </a:r>
          </a:p>
          <a:p>
            <a:r>
              <a:rPr lang="en-US" dirty="0"/>
              <a:t>  "type": "module",</a:t>
            </a:r>
          </a:p>
          <a:p>
            <a:r>
              <a:rPr lang="en-US" dirty="0"/>
              <a:t>  "scripts": {</a:t>
            </a:r>
          </a:p>
          <a:p>
            <a:r>
              <a:rPr lang="en-US" dirty="0"/>
              <a:t>    "dev": "</a:t>
            </a:r>
            <a:r>
              <a:rPr lang="en-US" dirty="0" err="1"/>
              <a:t>vite</a:t>
            </a:r>
            <a:r>
              <a:rPr lang="en-US" dirty="0"/>
              <a:t> --host",</a:t>
            </a:r>
          </a:p>
          <a:p>
            <a:r>
              <a:rPr lang="en-US" dirty="0"/>
              <a:t>    "build": "</a:t>
            </a:r>
            <a:r>
              <a:rPr lang="en-US" dirty="0" err="1"/>
              <a:t>vite</a:t>
            </a:r>
            <a:r>
              <a:rPr lang="en-US" dirty="0"/>
              <a:t> build --base ./",</a:t>
            </a:r>
          </a:p>
          <a:p>
            <a:r>
              <a:rPr lang="en-US" dirty="0"/>
              <a:t>    "preview": "</a:t>
            </a:r>
            <a:r>
              <a:rPr lang="en-US" dirty="0" err="1"/>
              <a:t>vite</a:t>
            </a:r>
            <a:r>
              <a:rPr lang="en-US" dirty="0"/>
              <a:t> preview --host"</a:t>
            </a:r>
          </a:p>
          <a:p>
            <a:r>
              <a:rPr lang="en-US" dirty="0"/>
              <a:t>  },</a:t>
            </a:r>
          </a:p>
          <a:p>
            <a:r>
              <a:rPr lang="en-US" dirty="0"/>
              <a:t>  "dependencies": {</a:t>
            </a:r>
          </a:p>
          <a:p>
            <a:r>
              <a:rPr lang="en-US" dirty="0"/>
              <a:t>    "</a:t>
            </a:r>
            <a:r>
              <a:rPr lang="en-US" dirty="0" err="1"/>
              <a:t>vue</a:t>
            </a:r>
            <a:r>
              <a:rPr lang="en-US" dirty="0"/>
              <a:t>": "^3.3.11",</a:t>
            </a:r>
          </a:p>
          <a:p>
            <a:r>
              <a:rPr lang="en-US" dirty="0"/>
              <a:t>    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vue</a:t>
            </a:r>
            <a:r>
              <a:rPr lang="en-US" dirty="0">
                <a:solidFill>
                  <a:srgbClr val="FF0000"/>
                </a:solidFill>
              </a:rPr>
              <a:t>-router": "^4.3.0"</a:t>
            </a:r>
          </a:p>
          <a:p>
            <a:r>
              <a:rPr lang="en-US" dirty="0"/>
              <a:t> },</a:t>
            </a:r>
          </a:p>
          <a:p>
            <a:r>
              <a:rPr lang="en-US" dirty="0"/>
              <a:t>  "</a:t>
            </a:r>
            <a:r>
              <a:rPr lang="en-US" dirty="0" err="1"/>
              <a:t>devDependencies</a:t>
            </a:r>
            <a:r>
              <a:rPr lang="en-US" dirty="0"/>
              <a:t>": {</a:t>
            </a:r>
          </a:p>
          <a:p>
            <a:r>
              <a:rPr lang="en-US" dirty="0"/>
              <a:t>    "@</a:t>
            </a:r>
            <a:r>
              <a:rPr lang="en-US" dirty="0" err="1"/>
              <a:t>vitejs</a:t>
            </a:r>
            <a:r>
              <a:rPr lang="en-US" dirty="0"/>
              <a:t>/plugin-</a:t>
            </a:r>
            <a:r>
              <a:rPr lang="en-US" dirty="0" err="1"/>
              <a:t>vue</a:t>
            </a:r>
            <a:r>
              <a:rPr lang="en-US" dirty="0"/>
              <a:t>": "^4.5.2",</a:t>
            </a:r>
          </a:p>
          <a:p>
            <a:r>
              <a:rPr lang="en-US" dirty="0"/>
              <a:t>    "</a:t>
            </a:r>
            <a:r>
              <a:rPr lang="en-US" dirty="0" err="1"/>
              <a:t>vite</a:t>
            </a:r>
            <a:r>
              <a:rPr lang="en-US" dirty="0"/>
              <a:t>": "^5.0.10"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F933BE-2635-E197-0400-96B6AF5888F8}"/>
              </a:ext>
            </a:extLst>
          </p:cNvPr>
          <p:cNvSpPr txBox="1"/>
          <p:nvPr/>
        </p:nvSpPr>
        <p:spPr>
          <a:xfrm>
            <a:off x="6972300" y="1434584"/>
            <a:ext cx="429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https://onecompiler.com/vue/44pt8226u</a:t>
            </a:r>
          </a:p>
        </p:txBody>
      </p:sp>
    </p:spTree>
    <p:extLst>
      <p:ext uri="{BB962C8B-B14F-4D97-AF65-F5344CB8AC3E}">
        <p14:creationId xmlns:p14="http://schemas.microsoft.com/office/powerpoint/2010/main" val="27450493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55D3A-D388-47B5-6C18-AD0A29237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0B5FCB2E-9FB8-9019-10D1-E4600AC10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887" y="1309691"/>
            <a:ext cx="8778769" cy="50483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018BB0E-EDFC-E92F-92BF-5997ACA2A133}"/>
              </a:ext>
            </a:extLst>
          </p:cNvPr>
          <p:cNvSpPr txBox="1"/>
          <p:nvPr/>
        </p:nvSpPr>
        <p:spPr>
          <a:xfrm>
            <a:off x="294465" y="232473"/>
            <a:ext cx="599433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h-TH" sz="3200" dirty="0"/>
              <a:t>สร้าง</a:t>
            </a:r>
            <a:r>
              <a:rPr lang="en-US" sz="3200" dirty="0"/>
              <a:t> landing page layout template : </a:t>
            </a:r>
          </a:p>
          <a:p>
            <a:r>
              <a:rPr lang="en-US" sz="3200" dirty="0" err="1"/>
              <a:t>App.Vue</a:t>
            </a:r>
            <a:endParaRPr lang="en-US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C3F1256-2A7A-45B5-0E21-87F55467F28E}"/>
              </a:ext>
            </a:extLst>
          </p:cNvPr>
          <p:cNvSpPr txBox="1"/>
          <p:nvPr/>
        </p:nvSpPr>
        <p:spPr>
          <a:xfrm>
            <a:off x="5124360" y="923113"/>
            <a:ext cx="6499375" cy="59400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&lt;template&gt;</a:t>
            </a:r>
          </a:p>
          <a:p>
            <a:endParaRPr lang="en-US" sz="2000" b="1" dirty="0"/>
          </a:p>
          <a:p>
            <a:r>
              <a:rPr lang="en-US" sz="2000" b="1" dirty="0"/>
              <a:t>  &lt;header&gt;</a:t>
            </a:r>
          </a:p>
          <a:p>
            <a:r>
              <a:rPr lang="en-US" sz="2000" b="1" dirty="0"/>
              <a:t>  &lt;/header&gt;</a:t>
            </a:r>
          </a:p>
          <a:p>
            <a:endParaRPr lang="en-US" sz="2000" b="1" dirty="0"/>
          </a:p>
          <a:p>
            <a:r>
              <a:rPr lang="en-US" sz="2000" b="1" dirty="0"/>
              <a:t> &lt;nav&gt;</a:t>
            </a:r>
          </a:p>
          <a:p>
            <a:r>
              <a:rPr lang="en-US" sz="2000" dirty="0"/>
              <a:t>      &lt;</a:t>
            </a:r>
            <a:r>
              <a:rPr lang="en-US" sz="2000" dirty="0" err="1"/>
              <a:t>RouterLink</a:t>
            </a:r>
            <a:r>
              <a:rPr lang="en-US" sz="2000" dirty="0"/>
              <a:t> to="/"&gt;Home&lt;/</a:t>
            </a:r>
            <a:r>
              <a:rPr lang="en-US" sz="2000" dirty="0" err="1"/>
              <a:t>RouterLink</a:t>
            </a:r>
            <a:r>
              <a:rPr lang="en-US" sz="2000" dirty="0"/>
              <a:t>&gt;</a:t>
            </a:r>
          </a:p>
          <a:p>
            <a:r>
              <a:rPr lang="en-US" sz="2000" dirty="0"/>
              <a:t>      &lt;</a:t>
            </a:r>
            <a:r>
              <a:rPr lang="en-US" sz="2000" dirty="0" err="1"/>
              <a:t>RouterLink</a:t>
            </a:r>
            <a:r>
              <a:rPr lang="en-US" sz="2000" dirty="0"/>
              <a:t> to="/about"&gt;About&lt;/</a:t>
            </a:r>
            <a:r>
              <a:rPr lang="en-US" sz="2000" dirty="0" err="1"/>
              <a:t>RouterLink</a:t>
            </a:r>
            <a:r>
              <a:rPr lang="en-US" sz="2000" dirty="0"/>
              <a:t>&gt;</a:t>
            </a:r>
          </a:p>
          <a:p>
            <a:r>
              <a:rPr lang="en-US" sz="2000" dirty="0"/>
              <a:t>      &lt;</a:t>
            </a:r>
            <a:r>
              <a:rPr lang="en-US" sz="2000" dirty="0" err="1"/>
              <a:t>RouterLink</a:t>
            </a:r>
            <a:r>
              <a:rPr lang="en-US" sz="2000" dirty="0"/>
              <a:t> to="/</a:t>
            </a:r>
            <a:r>
              <a:rPr lang="en-US" sz="2000" dirty="0" err="1"/>
              <a:t>optionview</a:t>
            </a:r>
            <a:r>
              <a:rPr lang="en-US" sz="2000" dirty="0"/>
              <a:t>"&gt;</a:t>
            </a:r>
            <a:r>
              <a:rPr lang="en-US" sz="2000" dirty="0" err="1"/>
              <a:t>Optionview</a:t>
            </a:r>
            <a:r>
              <a:rPr lang="en-US" sz="2000" dirty="0"/>
              <a:t>&lt;/</a:t>
            </a:r>
            <a:r>
              <a:rPr lang="en-US" sz="2000" dirty="0" err="1"/>
              <a:t>RouterLink</a:t>
            </a:r>
            <a:r>
              <a:rPr lang="en-US" sz="2000" dirty="0"/>
              <a:t>&gt;</a:t>
            </a:r>
            <a:endParaRPr lang="en-US" sz="2000" b="1" dirty="0"/>
          </a:p>
          <a:p>
            <a:r>
              <a:rPr lang="en-US" sz="2000" b="1" dirty="0"/>
              <a:t>&lt;/nav&gt;</a:t>
            </a:r>
          </a:p>
          <a:p>
            <a:endParaRPr lang="en-US" sz="2000" b="1" dirty="0"/>
          </a:p>
          <a:p>
            <a:r>
              <a:rPr lang="en-US" sz="2000" b="1" dirty="0"/>
              <a:t>  &lt;main&gt;</a:t>
            </a:r>
          </a:p>
          <a:p>
            <a:r>
              <a:rPr lang="en-US" sz="2000" b="1" dirty="0"/>
              <a:t>     &lt;</a:t>
            </a:r>
            <a:r>
              <a:rPr lang="en-US" sz="2000" b="1" dirty="0" err="1"/>
              <a:t>RouterView</a:t>
            </a:r>
            <a:r>
              <a:rPr lang="en-US" sz="2000" b="1" dirty="0"/>
              <a:t> /&gt;</a:t>
            </a:r>
          </a:p>
          <a:p>
            <a:r>
              <a:rPr lang="en-US" sz="2000" b="1" dirty="0"/>
              <a:t>  &lt;/main&gt;</a:t>
            </a:r>
          </a:p>
          <a:p>
            <a:endParaRPr lang="en-US" sz="2000" b="1" dirty="0"/>
          </a:p>
          <a:p>
            <a:r>
              <a:rPr lang="en-US" sz="2000" b="1" dirty="0"/>
              <a:t>  &lt;footer&gt;</a:t>
            </a:r>
          </a:p>
          <a:p>
            <a:r>
              <a:rPr lang="en-US" sz="2000" b="1" dirty="0"/>
              <a:t>&lt;/footer&gt;</a:t>
            </a:r>
          </a:p>
          <a:p>
            <a:endParaRPr lang="en-US" sz="2000" b="1" dirty="0"/>
          </a:p>
          <a:p>
            <a:r>
              <a:rPr lang="en-US" sz="2000" b="1" dirty="0"/>
              <a:t>&lt;/template&gt;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D0D633-5730-79C9-73A5-3A36259447EF}"/>
              </a:ext>
            </a:extLst>
          </p:cNvPr>
          <p:cNvSpPr txBox="1"/>
          <p:nvPr/>
        </p:nvSpPr>
        <p:spPr>
          <a:xfrm>
            <a:off x="6362700" y="443984"/>
            <a:ext cx="4292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https://onecompiler.com/vue/44pt8226u</a:t>
            </a:r>
          </a:p>
        </p:txBody>
      </p:sp>
    </p:spTree>
    <p:extLst>
      <p:ext uri="{BB962C8B-B14F-4D97-AF65-F5344CB8AC3E}">
        <p14:creationId xmlns:p14="http://schemas.microsoft.com/office/powerpoint/2010/main" val="15017288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AB8E-2C7F-767C-A30B-63917F4B9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777"/>
          </a:xfrm>
        </p:spPr>
        <p:txBody>
          <a:bodyPr>
            <a:normAutofit fontScale="90000"/>
          </a:bodyPr>
          <a:lstStyle/>
          <a:p>
            <a:r>
              <a:rPr lang="th-TH" dirty="0"/>
              <a:t>สร้าง</a:t>
            </a:r>
            <a:r>
              <a:rPr lang="en-US" dirty="0"/>
              <a:t> Child Vue Component : </a:t>
            </a:r>
            <a:r>
              <a:rPr lang="en-US" dirty="0" err="1"/>
              <a:t>HomeView.vue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8559B3-672D-EB8F-6251-E864C26E440A}"/>
              </a:ext>
            </a:extLst>
          </p:cNvPr>
          <p:cNvSpPr txBox="1"/>
          <p:nvPr/>
        </p:nvSpPr>
        <p:spPr>
          <a:xfrm>
            <a:off x="213098" y="1675868"/>
            <a:ext cx="6962617" cy="3025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endParaRPr lang="en-US" sz="32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&lt;template&gt;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&lt;h2&gt;</a:t>
            </a:r>
            <a:r>
              <a:rPr lang="en-US" sz="3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HomeView</a:t>
            </a:r>
            <a:r>
              <a:rPr lang="en-US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&lt;/h2&gt;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3200" b="0" dirty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@click</a:t>
            </a: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3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"goToAbout"</a:t>
            </a:r>
            <a:r>
              <a:rPr lang="en-US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>
              <a:lnSpc>
                <a:spcPts val="1425"/>
              </a:lnSpc>
              <a:buNone/>
            </a:pP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Go to About</a:t>
            </a:r>
          </a:p>
          <a:p>
            <a:pPr>
              <a:lnSpc>
                <a:spcPts val="1425"/>
              </a:lnSpc>
              <a:buNone/>
            </a:pP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US" sz="3200" b="0" dirty="0">
              <a:solidFill>
                <a:srgbClr val="8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US" sz="3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&lt;/template&gt;</a:t>
            </a: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br>
              <a:rPr lang="en-US" sz="3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3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E5BE7AB-2E2C-066B-438D-58EF36841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715" y="978847"/>
            <a:ext cx="4587499" cy="527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80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8E5C8-01CD-31BD-6CD5-715F8FA5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4068-01A9-C682-5620-3B4E6D309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33777"/>
          </a:xfrm>
        </p:spPr>
        <p:txBody>
          <a:bodyPr>
            <a:normAutofit fontScale="90000"/>
          </a:bodyPr>
          <a:lstStyle/>
          <a:p>
            <a:r>
              <a:rPr lang="th-TH" dirty="0"/>
              <a:t>สร้าง</a:t>
            </a:r>
            <a:r>
              <a:rPr lang="en-US" dirty="0"/>
              <a:t> Child Vue Component : </a:t>
            </a:r>
            <a:r>
              <a:rPr lang="en-US" dirty="0" err="1"/>
              <a:t>AboutView.vue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F07BD3-B968-994B-8FE6-7DA2A306C02D}"/>
              </a:ext>
            </a:extLst>
          </p:cNvPr>
          <p:cNvSpPr txBox="1"/>
          <p:nvPr/>
        </p:nvSpPr>
        <p:spPr>
          <a:xfrm>
            <a:off x="616059" y="1288411"/>
            <a:ext cx="6296185" cy="3071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&lt;template&gt;</a:t>
            </a:r>
          </a:p>
          <a:p>
            <a:r>
              <a:rPr lang="en-US" sz="2400" dirty="0"/>
              <a:t>  &lt;h2&gt;</a:t>
            </a:r>
            <a:r>
              <a:rPr lang="en-US" sz="2400" dirty="0" err="1"/>
              <a:t>AboutView</a:t>
            </a:r>
            <a:r>
              <a:rPr lang="en-US" sz="2400" dirty="0"/>
              <a:t>&lt;/h2&gt;</a:t>
            </a:r>
          </a:p>
          <a:p>
            <a:r>
              <a:rPr lang="en-US" sz="2400" dirty="0"/>
              <a:t>  &lt;label&gt;</a:t>
            </a:r>
          </a:p>
          <a:p>
            <a:r>
              <a:rPr lang="en-US" sz="2400" dirty="0"/>
              <a:t>    Search: </a:t>
            </a:r>
          </a:p>
          <a:p>
            <a:r>
              <a:rPr lang="en-US" sz="2400" dirty="0"/>
              <a:t>&lt;input v-</a:t>
            </a:r>
            <a:r>
              <a:rPr lang="en-US" sz="2400" dirty="0" err="1"/>
              <a:t>model.trim</a:t>
            </a:r>
            <a:r>
              <a:rPr lang="en-US" sz="2400" dirty="0"/>
              <a:t>="search" </a:t>
            </a:r>
            <a:r>
              <a:rPr lang="en-US" sz="2400" dirty="0" err="1"/>
              <a:t>maxlength</a:t>
            </a:r>
            <a:r>
              <a:rPr lang="en-US" sz="2400" dirty="0"/>
              <a:t>="20"&gt;</a:t>
            </a:r>
          </a:p>
          <a:p>
            <a:r>
              <a:rPr lang="en-US" sz="2400" dirty="0"/>
              <a:t>  &lt;/label&gt;</a:t>
            </a:r>
          </a:p>
          <a:p>
            <a:r>
              <a:rPr lang="en-US" sz="2400" dirty="0"/>
              <a:t>&lt;/template&gt;</a:t>
            </a:r>
          </a:p>
          <a:p>
            <a:pPr>
              <a:lnSpc>
                <a:spcPts val="1425"/>
              </a:lnSpc>
              <a:buNone/>
            </a:pPr>
            <a:br>
              <a:rPr lang="en-US" sz="2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2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0E5C47-0E3A-E875-85E1-6D296D3E2D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996" y="1279249"/>
            <a:ext cx="4966567" cy="496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7370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D0BE8-BE41-CC54-4C3B-B3E28DAAA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828F-BB89-294F-DD31-973CDFCDD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2137"/>
            <a:ext cx="10515600" cy="533777"/>
          </a:xfrm>
        </p:spPr>
        <p:txBody>
          <a:bodyPr>
            <a:normAutofit fontScale="90000"/>
          </a:bodyPr>
          <a:lstStyle/>
          <a:p>
            <a:r>
              <a:rPr lang="th-TH" dirty="0"/>
              <a:t>สร้าง</a:t>
            </a:r>
            <a:r>
              <a:rPr lang="en-US" dirty="0"/>
              <a:t> Child Vue Component : </a:t>
            </a:r>
            <a:r>
              <a:rPr lang="en-US" dirty="0" err="1"/>
              <a:t>OptionView.vue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BED29A-5E7D-476C-3AE1-38D162E9C237}"/>
              </a:ext>
            </a:extLst>
          </p:cNvPr>
          <p:cNvSpPr txBox="1"/>
          <p:nvPr/>
        </p:nvSpPr>
        <p:spPr>
          <a:xfrm>
            <a:off x="492073" y="1102431"/>
            <a:ext cx="11219480" cy="115416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&lt;template&gt;</a:t>
            </a:r>
          </a:p>
          <a:p>
            <a:r>
              <a:rPr lang="en-US" sz="2400" dirty="0"/>
              <a:t>  &lt;h2&gt;Option View&lt;/h2&gt;</a:t>
            </a:r>
          </a:p>
          <a:p>
            <a:r>
              <a:rPr lang="en-US" sz="2400" dirty="0"/>
              <a:t>  </a:t>
            </a:r>
          </a:p>
          <a:p>
            <a:r>
              <a:rPr lang="en-US" sz="2400" dirty="0"/>
              <a:t>   &lt;p&gt;Select a Technology Brand:&lt;/p&gt;</a:t>
            </a:r>
          </a:p>
          <a:p>
            <a:r>
              <a:rPr lang="en-US" sz="2400" dirty="0"/>
              <a:t>    &lt;div&gt;</a:t>
            </a:r>
          </a:p>
          <a:p>
            <a:r>
              <a:rPr lang="en-US" sz="2400" dirty="0"/>
              <a:t>        &lt;input type="radio" </a:t>
            </a:r>
          </a:p>
          <a:p>
            <a:r>
              <a:rPr lang="en-US" sz="2400" dirty="0"/>
              <a:t>               id="Netflix" </a:t>
            </a:r>
          </a:p>
          <a:p>
            <a:r>
              <a:rPr lang="en-US" sz="2400" dirty="0"/>
              <a:t>               name="brand" </a:t>
            </a:r>
          </a:p>
          <a:p>
            <a:r>
              <a:rPr lang="en-US" sz="2400" dirty="0"/>
              <a:t>               value="Netflix"&gt;</a:t>
            </a:r>
          </a:p>
          <a:p>
            <a:r>
              <a:rPr lang="en-US" sz="2400" dirty="0"/>
              <a:t>        &lt;label for="Netflix"&gt;Netflix&lt;/label&gt;</a:t>
            </a:r>
          </a:p>
          <a:p>
            <a:r>
              <a:rPr lang="en-US" sz="2400" dirty="0"/>
              <a:t>    &lt;/div&gt;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    &lt;div&gt;</a:t>
            </a:r>
          </a:p>
          <a:p>
            <a:r>
              <a:rPr lang="en-US" sz="2400" dirty="0"/>
              <a:t>        &lt;input type="radio" </a:t>
            </a:r>
          </a:p>
          <a:p>
            <a:r>
              <a:rPr lang="en-US" sz="2400" dirty="0"/>
              <a:t>               id="Audi" </a:t>
            </a:r>
          </a:p>
          <a:p>
            <a:r>
              <a:rPr lang="en-US" sz="2400" dirty="0"/>
              <a:t>               name="brand" </a:t>
            </a:r>
          </a:p>
          <a:p>
            <a:r>
              <a:rPr lang="en-US" sz="2400" dirty="0"/>
              <a:t>               value="Audi"&gt;</a:t>
            </a:r>
          </a:p>
          <a:p>
            <a:r>
              <a:rPr lang="en-US" sz="2400" dirty="0"/>
              <a:t>        &lt;label for="Audi"&gt;Audi&lt;/label&gt;</a:t>
            </a:r>
          </a:p>
          <a:p>
            <a:r>
              <a:rPr lang="en-US" sz="2400" dirty="0"/>
              <a:t>    &lt;/div&gt;</a:t>
            </a:r>
          </a:p>
          <a:p>
            <a:br>
              <a:rPr lang="en-US" sz="2400" dirty="0"/>
            </a:br>
            <a:endParaRPr lang="en-US" sz="2400" dirty="0"/>
          </a:p>
          <a:p>
            <a:r>
              <a:rPr lang="en-US" sz="2400" dirty="0"/>
              <a:t>    &lt;div&gt;</a:t>
            </a:r>
          </a:p>
          <a:p>
            <a:r>
              <a:rPr lang="en-US" sz="2400" dirty="0"/>
              <a:t>        &lt;input type="radio" </a:t>
            </a:r>
          </a:p>
          <a:p>
            <a:r>
              <a:rPr lang="en-US" sz="2400" dirty="0"/>
              <a:t>               id="Microsoft" </a:t>
            </a:r>
          </a:p>
          <a:p>
            <a:r>
              <a:rPr lang="en-US" sz="2400" dirty="0"/>
              <a:t>               name="brand" </a:t>
            </a:r>
          </a:p>
          <a:p>
            <a:r>
              <a:rPr lang="en-US" sz="2400" dirty="0"/>
              <a:t>               value="Microsoft" checked&gt;</a:t>
            </a:r>
          </a:p>
          <a:p>
            <a:r>
              <a:rPr lang="en-US" sz="2400" dirty="0"/>
              <a:t>        &lt;label for="Microsoft"&gt;Microsoft&lt;/label&gt;</a:t>
            </a:r>
          </a:p>
          <a:p>
            <a:r>
              <a:rPr lang="en-US" sz="2400" dirty="0"/>
              <a:t>    &lt;/div&gt;</a:t>
            </a:r>
          </a:p>
          <a:p>
            <a:r>
              <a:rPr lang="en-US" sz="2400" dirty="0"/>
              <a:t>    </a:t>
            </a:r>
          </a:p>
          <a:p>
            <a:r>
              <a:rPr lang="en-US" sz="2400" dirty="0"/>
              <a:t>&lt;/template&gt;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F76D97-C570-9C0F-2C59-C432BE68E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936" y="898902"/>
            <a:ext cx="4086386" cy="5789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649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C9F5E-0BC8-6718-C16C-DDD130B4C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4" y="-208308"/>
            <a:ext cx="12381854" cy="1325563"/>
          </a:xfrm>
        </p:spPr>
        <p:txBody>
          <a:bodyPr/>
          <a:lstStyle/>
          <a:p>
            <a:r>
              <a:rPr lang="en-US" dirty="0"/>
              <a:t>Create routing page table mapping Child Component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BB839-C941-582A-1622-E9D357B5959C}"/>
              </a:ext>
            </a:extLst>
          </p:cNvPr>
          <p:cNvSpPr txBox="1"/>
          <p:nvPr/>
        </p:nvSpPr>
        <p:spPr>
          <a:xfrm>
            <a:off x="759418" y="691027"/>
            <a:ext cx="10399362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import { </a:t>
            </a:r>
            <a:r>
              <a:rPr lang="en-US" dirty="0" err="1"/>
              <a:t>createApp</a:t>
            </a:r>
            <a:r>
              <a:rPr lang="en-US" dirty="0"/>
              <a:t> } from '</a:t>
            </a:r>
            <a:r>
              <a:rPr lang="en-US" dirty="0" err="1"/>
              <a:t>vue</a:t>
            </a:r>
            <a:r>
              <a:rPr lang="en-US" dirty="0"/>
              <a:t>'</a:t>
            </a:r>
          </a:p>
          <a:p>
            <a:r>
              <a:rPr lang="en-US" dirty="0"/>
              <a:t>import App from './</a:t>
            </a:r>
            <a:r>
              <a:rPr lang="en-US" dirty="0" err="1"/>
              <a:t>App.vue</a:t>
            </a:r>
            <a:r>
              <a:rPr lang="en-US" dirty="0"/>
              <a:t>'</a:t>
            </a:r>
          </a:p>
          <a:p>
            <a:endParaRPr lang="en-US" dirty="0"/>
          </a:p>
          <a:p>
            <a:r>
              <a:rPr lang="en-US" dirty="0"/>
              <a:t>import </a:t>
            </a:r>
            <a:r>
              <a:rPr lang="en-US" dirty="0" err="1"/>
              <a:t>HomeView</a:t>
            </a:r>
            <a:r>
              <a:rPr lang="en-US" dirty="0"/>
              <a:t> from './</a:t>
            </a:r>
            <a:r>
              <a:rPr lang="en-US" dirty="0" err="1"/>
              <a:t>HomeView.vue</a:t>
            </a:r>
            <a:r>
              <a:rPr lang="en-US" dirty="0"/>
              <a:t>'</a:t>
            </a:r>
          </a:p>
          <a:p>
            <a:r>
              <a:rPr lang="en-US" dirty="0"/>
              <a:t>import </a:t>
            </a:r>
            <a:r>
              <a:rPr lang="en-US" dirty="0" err="1"/>
              <a:t>AboutView</a:t>
            </a:r>
            <a:r>
              <a:rPr lang="en-US" dirty="0"/>
              <a:t> from './</a:t>
            </a:r>
            <a:r>
              <a:rPr lang="en-US" dirty="0" err="1"/>
              <a:t>AboutView.vue</a:t>
            </a:r>
            <a:r>
              <a:rPr lang="en-US" dirty="0"/>
              <a:t>'</a:t>
            </a:r>
          </a:p>
          <a:p>
            <a:r>
              <a:rPr lang="en-US" dirty="0"/>
              <a:t>import </a:t>
            </a:r>
            <a:r>
              <a:rPr lang="en-US" dirty="0" err="1"/>
              <a:t>OptionView</a:t>
            </a:r>
            <a:r>
              <a:rPr lang="en-US" dirty="0"/>
              <a:t> from './</a:t>
            </a:r>
            <a:r>
              <a:rPr lang="en-US" dirty="0" err="1"/>
              <a:t>OptionView.vue</a:t>
            </a:r>
            <a:r>
              <a:rPr lang="en-US" dirty="0"/>
              <a:t>'</a:t>
            </a:r>
          </a:p>
          <a:p>
            <a:r>
              <a:rPr lang="en-US" dirty="0"/>
              <a:t>import { </a:t>
            </a:r>
            <a:r>
              <a:rPr lang="en-US" dirty="0" err="1"/>
              <a:t>createMemoryHistory</a:t>
            </a:r>
            <a:r>
              <a:rPr lang="en-US" dirty="0"/>
              <a:t>, </a:t>
            </a:r>
            <a:r>
              <a:rPr lang="en-US" dirty="0" err="1"/>
              <a:t>createRouter</a:t>
            </a:r>
            <a:r>
              <a:rPr lang="en-US" dirty="0"/>
              <a:t>,</a:t>
            </a:r>
          </a:p>
          <a:p>
            <a:r>
              <a:rPr lang="en-US" dirty="0"/>
              <a:t>          </a:t>
            </a:r>
            <a:r>
              <a:rPr lang="en-US" dirty="0" err="1"/>
              <a:t>createWebHashHistory</a:t>
            </a:r>
            <a:r>
              <a:rPr lang="en-US" dirty="0"/>
              <a:t> ,</a:t>
            </a:r>
            <a:r>
              <a:rPr lang="en-US" dirty="0" err="1"/>
              <a:t>createWebHistory</a:t>
            </a:r>
            <a:r>
              <a:rPr lang="en-US" dirty="0"/>
              <a:t>} from '</a:t>
            </a:r>
            <a:r>
              <a:rPr lang="en-US" dirty="0" err="1"/>
              <a:t>vue</a:t>
            </a:r>
            <a:r>
              <a:rPr lang="en-US" dirty="0"/>
              <a:t>-router'</a:t>
            </a:r>
          </a:p>
          <a:p>
            <a:endParaRPr lang="en-US" dirty="0"/>
          </a:p>
          <a:p>
            <a:r>
              <a:rPr lang="en-US" dirty="0"/>
              <a:t>const  </a:t>
            </a:r>
            <a:r>
              <a:rPr lang="en-US" dirty="0" err="1"/>
              <a:t>routerObj</a:t>
            </a:r>
            <a:r>
              <a:rPr lang="en-US" dirty="0"/>
              <a:t> = </a:t>
            </a:r>
            <a:r>
              <a:rPr lang="en-US" dirty="0" err="1"/>
              <a:t>createRouter</a:t>
            </a:r>
            <a:r>
              <a:rPr lang="en-US" dirty="0"/>
              <a:t>({</a:t>
            </a:r>
          </a:p>
          <a:p>
            <a:r>
              <a:rPr lang="en-US" dirty="0"/>
              <a:t>                            history: </a:t>
            </a:r>
            <a:r>
              <a:rPr lang="en-US" dirty="0" err="1"/>
              <a:t>createWebHashHistory</a:t>
            </a:r>
            <a:r>
              <a:rPr lang="en-US" dirty="0"/>
              <a:t>(), </a:t>
            </a:r>
          </a:p>
          <a:p>
            <a:r>
              <a:rPr lang="en-US" dirty="0"/>
              <a:t>                                  //</a:t>
            </a:r>
            <a:r>
              <a:rPr lang="en-US" dirty="0" err="1"/>
              <a:t>createWebHistory</a:t>
            </a:r>
            <a:r>
              <a:rPr lang="en-US" dirty="0"/>
              <a:t>() or </a:t>
            </a:r>
            <a:r>
              <a:rPr lang="en-US" dirty="0" err="1"/>
              <a:t>createWebHashHistory</a:t>
            </a:r>
            <a:r>
              <a:rPr lang="en-US" dirty="0"/>
              <a:t>() in production</a:t>
            </a:r>
          </a:p>
          <a:p>
            <a:r>
              <a:rPr lang="en-US" dirty="0"/>
              <a:t>                            routes:  [</a:t>
            </a:r>
          </a:p>
          <a:p>
            <a:r>
              <a:rPr lang="en-US" dirty="0"/>
              <a:t>                                          //{ path: '/', redirect: '/about' },</a:t>
            </a:r>
          </a:p>
          <a:p>
            <a:r>
              <a:rPr lang="en-US" dirty="0"/>
              <a:t>                                          { path: '/about', component: </a:t>
            </a:r>
            <a:r>
              <a:rPr lang="en-US" dirty="0" err="1"/>
              <a:t>AboutView</a:t>
            </a:r>
            <a:r>
              <a:rPr lang="en-US" dirty="0"/>
              <a:t> },</a:t>
            </a:r>
          </a:p>
          <a:p>
            <a:r>
              <a:rPr lang="en-US" dirty="0"/>
              <a:t>                                          { path: '/', component: </a:t>
            </a:r>
            <a:r>
              <a:rPr lang="en-US" dirty="0" err="1"/>
              <a:t>HomeView</a:t>
            </a:r>
            <a:r>
              <a:rPr lang="en-US" dirty="0"/>
              <a:t> },</a:t>
            </a:r>
          </a:p>
          <a:p>
            <a:r>
              <a:rPr lang="en-US" dirty="0"/>
              <a:t>                                          { path: '/</a:t>
            </a:r>
            <a:r>
              <a:rPr lang="en-US" dirty="0" err="1"/>
              <a:t>optionview</a:t>
            </a:r>
            <a:r>
              <a:rPr lang="en-US" dirty="0"/>
              <a:t>', component: </a:t>
            </a:r>
            <a:r>
              <a:rPr lang="en-US" dirty="0" err="1"/>
              <a:t>OptionView</a:t>
            </a:r>
            <a:r>
              <a:rPr lang="en-US" dirty="0"/>
              <a:t> },</a:t>
            </a:r>
          </a:p>
          <a:p>
            <a:r>
              <a:rPr lang="en-US" dirty="0"/>
              <a:t>                                        ]</a:t>
            </a:r>
          </a:p>
          <a:p>
            <a:r>
              <a:rPr lang="en-US" dirty="0"/>
              <a:t>                          });</a:t>
            </a:r>
          </a:p>
          <a:p>
            <a:endParaRPr lang="en-US" dirty="0"/>
          </a:p>
          <a:p>
            <a:r>
              <a:rPr lang="en-US" dirty="0"/>
              <a:t>const app = </a:t>
            </a:r>
            <a:r>
              <a:rPr lang="en-US" dirty="0" err="1"/>
              <a:t>createApp</a:t>
            </a:r>
            <a:r>
              <a:rPr lang="en-US" dirty="0"/>
              <a:t>(App)</a:t>
            </a:r>
          </a:p>
          <a:p>
            <a:r>
              <a:rPr lang="en-US" dirty="0"/>
              <a:t>app</a:t>
            </a:r>
          </a:p>
          <a:p>
            <a:r>
              <a:rPr lang="en-US" dirty="0"/>
              <a:t>.use(</a:t>
            </a:r>
            <a:r>
              <a:rPr lang="en-US" dirty="0" err="1"/>
              <a:t>routerObj</a:t>
            </a:r>
            <a:r>
              <a:rPr lang="en-US" dirty="0"/>
              <a:t>)  //</a:t>
            </a:r>
            <a:r>
              <a:rPr lang="th-TH" dirty="0"/>
              <a:t>ต้องทำการ </a:t>
            </a:r>
            <a:r>
              <a:rPr lang="en-US" dirty="0"/>
              <a:t>mount('#app')</a:t>
            </a:r>
          </a:p>
          <a:p>
            <a:r>
              <a:rPr lang="en-US" dirty="0"/>
              <a:t>.mount('#app')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86467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81D444-02DC-B601-833D-30957D157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140062-6C1C-5151-688F-1C8235F36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6691"/>
            <a:ext cx="8778769" cy="50483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6B6A80-A285-CAC3-7713-7327F1099602}"/>
              </a:ext>
            </a:extLst>
          </p:cNvPr>
          <p:cNvSpPr txBox="1"/>
          <p:nvPr/>
        </p:nvSpPr>
        <p:spPr>
          <a:xfrm>
            <a:off x="2038260" y="465913"/>
            <a:ext cx="5264240" cy="59400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2000" b="1" dirty="0"/>
              <a:t>&lt;template&gt;</a:t>
            </a:r>
          </a:p>
          <a:p>
            <a:endParaRPr lang="en-US" sz="2000" b="1" dirty="0"/>
          </a:p>
          <a:p>
            <a:r>
              <a:rPr lang="en-US" sz="2000" b="1" dirty="0"/>
              <a:t>  &lt;header&gt;</a:t>
            </a:r>
          </a:p>
          <a:p>
            <a:r>
              <a:rPr lang="en-US" sz="2000" b="1" dirty="0"/>
              <a:t>  &lt;/header&gt;</a:t>
            </a:r>
          </a:p>
          <a:p>
            <a:endParaRPr lang="en-US" sz="2000" b="1" dirty="0"/>
          </a:p>
          <a:p>
            <a:r>
              <a:rPr lang="en-US" sz="2000" b="1" dirty="0"/>
              <a:t> &lt;nav&gt;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      &lt;</a:t>
            </a:r>
            <a:r>
              <a:rPr lang="en-US" sz="2000" b="1" dirty="0" err="1">
                <a:solidFill>
                  <a:srgbClr val="FF0000"/>
                </a:solidFill>
              </a:rPr>
              <a:t>RouterLink</a:t>
            </a:r>
            <a:r>
              <a:rPr lang="en-US" sz="2000" b="1" dirty="0">
                <a:solidFill>
                  <a:srgbClr val="FF0000"/>
                </a:solidFill>
              </a:rPr>
              <a:t> to="/"&gt;Home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      &lt;</a:t>
            </a:r>
            <a:r>
              <a:rPr lang="en-US" sz="2000" b="1" dirty="0" err="1">
                <a:solidFill>
                  <a:srgbClr val="FF0000"/>
                </a:solidFill>
              </a:rPr>
              <a:t>RouterLink</a:t>
            </a:r>
            <a:r>
              <a:rPr lang="en-US" sz="2000" b="1" dirty="0">
                <a:solidFill>
                  <a:srgbClr val="FF0000"/>
                </a:solidFill>
              </a:rPr>
              <a:t> to="/about"&gt;About</a:t>
            </a:r>
          </a:p>
          <a:p>
            <a:r>
              <a:rPr lang="en-US" sz="2000" b="1" dirty="0">
                <a:solidFill>
                  <a:srgbClr val="FF0000"/>
                </a:solidFill>
              </a:rPr>
              <a:t>      &lt;</a:t>
            </a:r>
            <a:r>
              <a:rPr lang="en-US" sz="2000" b="1" dirty="0" err="1">
                <a:solidFill>
                  <a:srgbClr val="FF0000"/>
                </a:solidFill>
              </a:rPr>
              <a:t>RouterLink</a:t>
            </a:r>
            <a:r>
              <a:rPr lang="en-US" sz="2000" b="1" dirty="0">
                <a:solidFill>
                  <a:srgbClr val="FF0000"/>
                </a:solidFill>
              </a:rPr>
              <a:t> to="/</a:t>
            </a:r>
            <a:r>
              <a:rPr lang="en-US" sz="2000" b="1" dirty="0" err="1">
                <a:solidFill>
                  <a:srgbClr val="FF0000"/>
                </a:solidFill>
              </a:rPr>
              <a:t>optionview</a:t>
            </a:r>
            <a:r>
              <a:rPr lang="en-US" sz="2000" b="1" dirty="0">
                <a:solidFill>
                  <a:srgbClr val="FF0000"/>
                </a:solidFill>
              </a:rPr>
              <a:t>"&gt;</a:t>
            </a:r>
            <a:r>
              <a:rPr lang="en-US" sz="2000" b="1" dirty="0" err="1">
                <a:solidFill>
                  <a:srgbClr val="FF0000"/>
                </a:solidFill>
              </a:rPr>
              <a:t>Optionview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b="1" dirty="0"/>
              <a:t>&lt;/nav&gt;</a:t>
            </a:r>
          </a:p>
          <a:p>
            <a:endParaRPr lang="en-US" sz="2000" b="1" dirty="0"/>
          </a:p>
          <a:p>
            <a:r>
              <a:rPr lang="en-US" sz="2000" b="1" dirty="0"/>
              <a:t>  &lt;main&gt;</a:t>
            </a:r>
          </a:p>
          <a:p>
            <a:r>
              <a:rPr lang="en-US" sz="2000" b="1" dirty="0"/>
              <a:t>     </a:t>
            </a:r>
            <a:r>
              <a:rPr lang="en-US" sz="2000" b="1" dirty="0">
                <a:solidFill>
                  <a:srgbClr val="0070C0"/>
                </a:solidFill>
              </a:rPr>
              <a:t>&lt;</a:t>
            </a:r>
            <a:r>
              <a:rPr lang="en-US" sz="2000" b="1" dirty="0" err="1">
                <a:solidFill>
                  <a:srgbClr val="0070C0"/>
                </a:solidFill>
              </a:rPr>
              <a:t>RouterView</a:t>
            </a:r>
            <a:r>
              <a:rPr lang="en-US" sz="2000" b="1" dirty="0">
                <a:solidFill>
                  <a:srgbClr val="0070C0"/>
                </a:solidFill>
              </a:rPr>
              <a:t> /&gt;</a:t>
            </a:r>
          </a:p>
          <a:p>
            <a:r>
              <a:rPr lang="en-US" sz="2000" b="1" dirty="0"/>
              <a:t>  &lt;/main&gt;</a:t>
            </a:r>
          </a:p>
          <a:p>
            <a:endParaRPr lang="en-US" sz="2000" b="1" dirty="0"/>
          </a:p>
          <a:p>
            <a:r>
              <a:rPr lang="en-US" sz="2000" b="1" dirty="0"/>
              <a:t>  &lt;footer&gt;</a:t>
            </a:r>
          </a:p>
          <a:p>
            <a:r>
              <a:rPr lang="en-US" sz="2000" b="1" dirty="0"/>
              <a:t>&lt;/footer&gt;</a:t>
            </a:r>
          </a:p>
          <a:p>
            <a:endParaRPr lang="en-US" sz="2000" b="1" dirty="0"/>
          </a:p>
          <a:p>
            <a:r>
              <a:rPr lang="en-US" sz="2000" b="1" dirty="0"/>
              <a:t>&lt;/template&gt;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054762-AFEC-3396-8910-361DDBE8FFCE}"/>
              </a:ext>
            </a:extLst>
          </p:cNvPr>
          <p:cNvSpPr txBox="1"/>
          <p:nvPr/>
        </p:nvSpPr>
        <p:spPr>
          <a:xfrm>
            <a:off x="7340600" y="1290241"/>
            <a:ext cx="5213260" cy="5078313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const  </a:t>
            </a:r>
            <a:r>
              <a:rPr lang="en-US" b="1" dirty="0" err="1">
                <a:solidFill>
                  <a:srgbClr val="009900"/>
                </a:solidFill>
              </a:rPr>
              <a:t>routerObj</a:t>
            </a:r>
            <a:r>
              <a:rPr lang="en-US" b="1" dirty="0"/>
              <a:t> = </a:t>
            </a:r>
            <a:r>
              <a:rPr lang="en-US" b="1" dirty="0" err="1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</a:rPr>
              <a:t>createRouter</a:t>
            </a:r>
            <a:r>
              <a:rPr lang="en-US" b="1" dirty="0"/>
              <a:t>({</a:t>
            </a:r>
          </a:p>
          <a:p>
            <a:endParaRPr lang="en-US" b="1" dirty="0"/>
          </a:p>
          <a:p>
            <a:r>
              <a:rPr lang="en-US" b="1" dirty="0">
                <a:solidFill>
                  <a:srgbClr val="FF0000"/>
                </a:solidFill>
              </a:rPr>
              <a:t>  history:  </a:t>
            </a:r>
            <a:r>
              <a:rPr lang="en-US" b="1" dirty="0" err="1"/>
              <a:t>createWebHashHistory</a:t>
            </a:r>
            <a:r>
              <a:rPr lang="en-US" b="1" dirty="0"/>
              <a:t>(),</a:t>
            </a:r>
            <a:r>
              <a:rPr lang="en-US" b="1" dirty="0">
                <a:solidFill>
                  <a:srgbClr val="FF0000"/>
                </a:solidFill>
              </a:rPr>
              <a:t> </a:t>
            </a:r>
          </a:p>
          <a:p>
            <a:r>
              <a:rPr lang="en-US" b="1" dirty="0">
                <a:highlight>
                  <a:srgbClr val="FFFF00"/>
                </a:highlight>
              </a:rPr>
              <a:t> 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routes </a:t>
            </a:r>
            <a:r>
              <a:rPr lang="en-US" b="1" dirty="0">
                <a:highlight>
                  <a:srgbClr val="FFFF00"/>
                </a:highlight>
              </a:rPr>
              <a:t>:  [</a:t>
            </a:r>
          </a:p>
          <a:p>
            <a:r>
              <a:rPr lang="en-US" b="1" dirty="0">
                <a:highlight>
                  <a:srgbClr val="FFFF00"/>
                </a:highlight>
              </a:rPr>
              <a:t>    { path: '/', component: </a:t>
            </a:r>
            <a:r>
              <a:rPr lang="en-US" b="1" dirty="0" err="1">
                <a:highlight>
                  <a:srgbClr val="FFFF00"/>
                </a:highlight>
              </a:rPr>
              <a:t>HomeView</a:t>
            </a:r>
            <a:r>
              <a:rPr lang="en-US" b="1" dirty="0">
                <a:highlight>
                  <a:srgbClr val="FFFF00"/>
                </a:highlight>
              </a:rPr>
              <a:t> },                                                </a:t>
            </a:r>
          </a:p>
          <a:p>
            <a:r>
              <a:rPr lang="en-US" b="1" dirty="0">
                <a:highlight>
                  <a:srgbClr val="FFFF00"/>
                </a:highlight>
              </a:rPr>
              <a:t>    { path: '/about', component: </a:t>
            </a:r>
            <a:r>
              <a:rPr lang="en-US" b="1" dirty="0" err="1">
                <a:highlight>
                  <a:srgbClr val="FFFF00"/>
                </a:highlight>
              </a:rPr>
              <a:t>AboutView</a:t>
            </a:r>
            <a:r>
              <a:rPr lang="en-US" b="1" dirty="0">
                <a:highlight>
                  <a:srgbClr val="FFFF00"/>
                </a:highlight>
              </a:rPr>
              <a:t> },</a:t>
            </a:r>
          </a:p>
          <a:p>
            <a:r>
              <a:rPr lang="en-US" b="1" dirty="0">
                <a:highlight>
                  <a:srgbClr val="FFFF00"/>
                </a:highlight>
              </a:rPr>
              <a:t>    { path: '/</a:t>
            </a:r>
            <a:r>
              <a:rPr lang="en-US" b="1" dirty="0" err="1">
                <a:highlight>
                  <a:srgbClr val="FFFF00"/>
                </a:highlight>
              </a:rPr>
              <a:t>optionview</a:t>
            </a:r>
            <a:r>
              <a:rPr lang="en-US" b="1" dirty="0">
                <a:highlight>
                  <a:srgbClr val="FFFF00"/>
                </a:highlight>
              </a:rPr>
              <a:t>', component: </a:t>
            </a:r>
            <a:r>
              <a:rPr lang="en-US" b="1" dirty="0" err="1">
                <a:highlight>
                  <a:srgbClr val="FFFF00"/>
                </a:highlight>
              </a:rPr>
              <a:t>OptionView</a:t>
            </a:r>
            <a:r>
              <a:rPr lang="en-US" b="1" dirty="0">
                <a:highlight>
                  <a:srgbClr val="FFFF00"/>
                </a:highlight>
              </a:rPr>
              <a:t> },                                        ]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r>
              <a:rPr lang="en-US" b="1" dirty="0"/>
              <a:t>});</a:t>
            </a:r>
          </a:p>
          <a:p>
            <a:endParaRPr lang="en-US" b="1" dirty="0"/>
          </a:p>
          <a:p>
            <a:r>
              <a:rPr lang="en-US" dirty="0"/>
              <a:t>const app = </a:t>
            </a:r>
            <a:r>
              <a:rPr lang="en-US" dirty="0" err="1"/>
              <a:t>createApp</a:t>
            </a:r>
            <a:r>
              <a:rPr lang="en-US" dirty="0"/>
              <a:t>(App)</a:t>
            </a:r>
          </a:p>
          <a:p>
            <a:r>
              <a:rPr lang="en-US" dirty="0"/>
              <a:t>app</a:t>
            </a:r>
          </a:p>
          <a:p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.use(</a:t>
            </a:r>
            <a:r>
              <a:rPr lang="en-US" b="1" dirty="0" err="1">
                <a:solidFill>
                  <a:srgbClr val="009900"/>
                </a:solidFill>
                <a:highlight>
                  <a:srgbClr val="FFFF00"/>
                </a:highlight>
              </a:rPr>
              <a:t>routerObj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)  //</a:t>
            </a:r>
            <a:r>
              <a:rPr lang="th-TH" b="1" dirty="0">
                <a:solidFill>
                  <a:srgbClr val="FF0000"/>
                </a:solidFill>
                <a:highlight>
                  <a:srgbClr val="FFFF00"/>
                </a:highlight>
              </a:rPr>
              <a:t>ต้องทำการ </a:t>
            </a:r>
            <a:r>
              <a:rPr 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mount('#app')</a:t>
            </a:r>
          </a:p>
          <a:p>
            <a:r>
              <a:rPr lang="en-US" dirty="0"/>
              <a:t>.mount('#app')</a:t>
            </a:r>
          </a:p>
          <a:p>
            <a:br>
              <a:rPr lang="en-US" dirty="0"/>
            </a:br>
            <a:endParaRPr lang="en-US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860599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56D9E-E325-FC40-3BA1-445E2FE8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DB72C-48EE-39DD-2AF6-91D7629C4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51"/>
            <a:ext cx="10515600" cy="766251"/>
          </a:xfrm>
        </p:spPr>
        <p:txBody>
          <a:bodyPr/>
          <a:lstStyle/>
          <a:p>
            <a:r>
              <a:rPr lang="en-US" dirty="0"/>
              <a:t>Binding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75E3DA-2B0B-028E-07DB-8B00F931A8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4" y="1058008"/>
            <a:ext cx="8778769" cy="5048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A1A7DC-ADC7-398A-5399-9CF5C51009B8}"/>
              </a:ext>
            </a:extLst>
          </p:cNvPr>
          <p:cNvSpPr txBox="1"/>
          <p:nvPr/>
        </p:nvSpPr>
        <p:spPr>
          <a:xfrm>
            <a:off x="4138047" y="1968284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049CC0-3B12-528D-B3DA-FBCDF24E445A}"/>
              </a:ext>
            </a:extLst>
          </p:cNvPr>
          <p:cNvSpPr txBox="1"/>
          <p:nvPr/>
        </p:nvSpPr>
        <p:spPr>
          <a:xfrm>
            <a:off x="4135468" y="4011483"/>
            <a:ext cx="2185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Main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D96E53-F7B8-7178-DB4B-5B672A2F498C}"/>
              </a:ext>
            </a:extLst>
          </p:cNvPr>
          <p:cNvSpPr txBox="1"/>
          <p:nvPr/>
        </p:nvSpPr>
        <p:spPr>
          <a:xfrm>
            <a:off x="4057976" y="2926598"/>
            <a:ext cx="2446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Navigation/Menu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457B88-02E0-86B3-7BDF-BD1FFCCF7E4D}"/>
              </a:ext>
            </a:extLst>
          </p:cNvPr>
          <p:cNvSpPr txBox="1"/>
          <p:nvPr/>
        </p:nvSpPr>
        <p:spPr>
          <a:xfrm>
            <a:off x="4101887" y="4954298"/>
            <a:ext cx="1160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4085888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59873-D1FF-72CA-5354-A9CD7BE01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169B1-E57F-2C47-240B-33D7370F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7151"/>
            <a:ext cx="10515600" cy="766251"/>
          </a:xfrm>
        </p:spPr>
        <p:txBody>
          <a:bodyPr/>
          <a:lstStyle/>
          <a:p>
            <a:r>
              <a:rPr lang="th-TH" dirty="0"/>
              <a:t>กำหนด</a:t>
            </a:r>
            <a:r>
              <a:rPr lang="en-US" dirty="0"/>
              <a:t> Vue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F04D5-54BF-AC22-8B87-57F0BB2A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24" y="1058008"/>
            <a:ext cx="8778769" cy="5048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F30123-9160-BDB7-282E-ABC047C4A435}"/>
              </a:ext>
            </a:extLst>
          </p:cNvPr>
          <p:cNvSpPr txBox="1"/>
          <p:nvPr/>
        </p:nvSpPr>
        <p:spPr>
          <a:xfrm>
            <a:off x="4138047" y="1968284"/>
            <a:ext cx="11160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Header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263B7E-2D8D-7814-3C9A-59F4701513D4}"/>
              </a:ext>
            </a:extLst>
          </p:cNvPr>
          <p:cNvSpPr txBox="1"/>
          <p:nvPr/>
        </p:nvSpPr>
        <p:spPr>
          <a:xfrm>
            <a:off x="4135468" y="4011483"/>
            <a:ext cx="21852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Main content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035623-2735-7FD6-22F6-8E301752DEAD}"/>
              </a:ext>
            </a:extLst>
          </p:cNvPr>
          <p:cNvSpPr txBox="1"/>
          <p:nvPr/>
        </p:nvSpPr>
        <p:spPr>
          <a:xfrm>
            <a:off x="4057976" y="2926598"/>
            <a:ext cx="24468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Navigation/Menu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E9EE94-2E0E-E5C2-59F0-8F62A1B263C8}"/>
              </a:ext>
            </a:extLst>
          </p:cNvPr>
          <p:cNvSpPr txBox="1"/>
          <p:nvPr/>
        </p:nvSpPr>
        <p:spPr>
          <a:xfrm>
            <a:off x="4101887" y="4954298"/>
            <a:ext cx="11601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828483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3851</TotalTime>
  <Words>2020</Words>
  <Application>Microsoft Office PowerPoint</Application>
  <PresentationFormat>Widescreen</PresentationFormat>
  <Paragraphs>475</Paragraphs>
  <Slides>15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Consolas</vt:lpstr>
      <vt:lpstr>Office Theme</vt:lpstr>
      <vt:lpstr> (ตอน:ตัวอย่างการทำ menu App แบบง่าย)</vt:lpstr>
      <vt:lpstr>โจทย์</vt:lpstr>
      <vt:lpstr>แนวคิดในการทำ:กำหนด page layout แบบ general HTML </vt:lpstr>
      <vt:lpstr>PowerPoint Presentation</vt:lpstr>
      <vt:lpstr>Vue page layout</vt:lpstr>
      <vt:lpstr>Vue page layout</vt:lpstr>
      <vt:lpstr>1.ติดตั้ง vue-router Package</vt:lpstr>
      <vt:lpstr>PowerPoint Presentation</vt:lpstr>
      <vt:lpstr>สร้าง Child Vue Component : HomeView.vue</vt:lpstr>
      <vt:lpstr>สร้าง Child Vue Component : AboutView.vue</vt:lpstr>
      <vt:lpstr>สร้าง Child Vue Component : OptionView.vue</vt:lpstr>
      <vt:lpstr>Create routing page table mapping Child Component</vt:lpstr>
      <vt:lpstr>PowerPoint Presentation</vt:lpstr>
      <vt:lpstr>Binding </vt:lpstr>
      <vt:lpstr>กำหนด Vue Layout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rapirak jirayu</dc:creator>
  <cp:lastModifiedBy>rapirak jirayu</cp:lastModifiedBy>
  <cp:revision>128</cp:revision>
  <dcterms:created xsi:type="dcterms:W3CDTF">2026-05-16T02:50:47Z</dcterms:created>
  <dcterms:modified xsi:type="dcterms:W3CDTF">2026-05-27T12:18:20Z</dcterms:modified>
</cp:coreProperties>
</file>