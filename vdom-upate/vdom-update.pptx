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314" r:id="rId6"/>
    <p:sldId id="316" r:id="rId7"/>
    <p:sldId id="310" r:id="rId8"/>
    <p:sldId id="318" r:id="rId9"/>
    <p:sldId id="3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4"/>
            <p14:sldId id="316"/>
            <p14:sldId id="310"/>
            <p14:sldId id="318"/>
            <p14:sldId id="315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0809" autoAdjust="0"/>
  </p:normalViewPr>
  <p:slideViewPr>
    <p:cSldViewPr snapToGrid="0">
      <p:cViewPr varScale="1">
        <p:scale>
          <a:sx n="95" d="100"/>
          <a:sy n="95" d="100"/>
        </p:scale>
        <p:origin x="102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12/05/2026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768F-0A6F-3A3D-99BD-BC9F722C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30025-A246-8CD4-12AF-1FD39BA59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7B0B5-91B6-34FD-EADA-539B47B66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7F184-E16F-D4D3-B0BD-655F29617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2263-5C25-9688-6957-7F486FF0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3ED0F-FB4C-C5AF-3977-78BE40196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D564E-F9E9-A8B9-3AB2-4D7AD85AA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614F8-65E0-B6A6-EB75-20B6140CF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9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12/05/2026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50464F7-149D-DF35-1EFF-CCBF18889792}"/>
              </a:ext>
            </a:extLst>
          </p:cNvPr>
          <p:cNvSpPr txBox="1">
            <a:spLocks/>
          </p:cNvSpPr>
          <p:nvPr/>
        </p:nvSpPr>
        <p:spPr>
          <a:xfrm>
            <a:off x="769619" y="1401292"/>
            <a:ext cx="10962373" cy="23876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Virtual DOM &amp; DOM in VUE Lifecycle: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</a:rPr>
              <a:t>Hooking Function: Updating Phase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2F5E-B528-257B-A152-674CA2EA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307380"/>
            <a:ext cx="6877119" cy="640080"/>
          </a:xfrm>
        </p:spPr>
        <p:txBody>
          <a:bodyPr>
            <a:normAutofit/>
          </a:bodyPr>
          <a:lstStyle/>
          <a:p>
            <a:r>
              <a:rPr lang="nl-NL" b="1" dirty="0"/>
              <a:t>HTML DOM (Document Object Model)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06298-102E-B2BD-C490-A40169C7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82" y="1232062"/>
            <a:ext cx="8992855" cy="4572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F156F-05DB-D9BC-B1B7-159A262B5701}"/>
              </a:ext>
            </a:extLst>
          </p:cNvPr>
          <p:cNvSpPr txBox="1"/>
          <p:nvPr/>
        </p:nvSpPr>
        <p:spPr>
          <a:xfrm>
            <a:off x="1197639" y="6229980"/>
            <a:ext cx="762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https://www.geeksforgeeks.org/javascript/dom-document-object-model/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A76D2-19DC-EC5C-F738-EBFD1C9476A8}"/>
              </a:ext>
            </a:extLst>
          </p:cNvPr>
          <p:cNvSpPr txBox="1"/>
          <p:nvPr/>
        </p:nvSpPr>
        <p:spPr>
          <a:xfrm>
            <a:off x="1386671" y="5898383"/>
            <a:ext cx="1027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Vue : create DOM  Based component concept</a:t>
            </a:r>
          </a:p>
        </p:txBody>
      </p:sp>
    </p:spTree>
    <p:extLst>
      <p:ext uri="{BB962C8B-B14F-4D97-AF65-F5344CB8AC3E}">
        <p14:creationId xmlns:p14="http://schemas.microsoft.com/office/powerpoint/2010/main" val="22271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371A2-BB8A-88C5-B17E-5889EBA6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Virtual  </a:t>
            </a:r>
            <a:r>
              <a:rPr lang="en-US" dirty="0"/>
              <a:t>DOM (VDOM)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BCB9D-1086-FBE4-ACD6-DA37B842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6" y="1173998"/>
            <a:ext cx="10557152" cy="3709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1FC407-0E70-BFA0-D965-4F24C38AF6D5}"/>
              </a:ext>
            </a:extLst>
          </p:cNvPr>
          <p:cNvSpPr txBox="1"/>
          <p:nvPr/>
        </p:nvSpPr>
        <p:spPr>
          <a:xfrm>
            <a:off x="3519438" y="4768497"/>
            <a:ext cx="2248316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function render() {</a:t>
            </a:r>
          </a:p>
          <a:p>
            <a:r>
              <a:rPr lang="pt-BR" dirty="0">
                <a:solidFill>
                  <a:srgbClr val="FF0000"/>
                </a:solidFill>
              </a:rPr>
              <a:t>  return h('div', [</a:t>
            </a:r>
          </a:p>
          <a:p>
            <a:r>
              <a:rPr lang="pt-BR" dirty="0">
                <a:solidFill>
                  <a:srgbClr val="FF0000"/>
                </a:solidFill>
              </a:rPr>
              <a:t>    h('h1', 'Hello'),</a:t>
            </a:r>
          </a:p>
          <a:p>
            <a:r>
              <a:rPr lang="pt-BR" dirty="0">
                <a:solidFill>
                  <a:srgbClr val="FF0000"/>
                </a:solidFill>
              </a:rPr>
              <a:t>    h('p', msg)</a:t>
            </a:r>
          </a:p>
          <a:p>
            <a:r>
              <a:rPr lang="pt-BR" dirty="0">
                <a:solidFill>
                  <a:srgbClr val="FF0000"/>
                </a:solidFill>
              </a:rPr>
              <a:t>  ])</a:t>
            </a:r>
          </a:p>
          <a:p>
            <a:r>
              <a:rPr lang="pt-BR" dirty="0">
                <a:solidFill>
                  <a:srgbClr val="FF0000"/>
                </a:solidFill>
              </a:rPr>
              <a:t>}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4CD046-80E0-8472-1B95-AB5DE6218684}"/>
              </a:ext>
            </a:extLst>
          </p:cNvPr>
          <p:cNvSpPr txBox="1"/>
          <p:nvPr/>
        </p:nvSpPr>
        <p:spPr>
          <a:xfrm>
            <a:off x="6684676" y="4963778"/>
            <a:ext cx="257990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div</a:t>
            </a:r>
          </a:p>
          <a:p>
            <a:r>
              <a:rPr lang="en-US" dirty="0"/>
              <a:t> ├── h1</a:t>
            </a:r>
          </a:p>
          <a:p>
            <a:r>
              <a:rPr lang="en-US" dirty="0"/>
              <a:t> │    </a:t>
            </a:r>
            <a:r>
              <a:rPr lang="th-TH" dirty="0"/>
              <a:t>    </a:t>
            </a:r>
            <a:r>
              <a:rPr lang="en-US" dirty="0"/>
              <a:t>└── "Hello"</a:t>
            </a:r>
          </a:p>
          <a:p>
            <a:r>
              <a:rPr lang="en-US" dirty="0"/>
              <a:t> └── p</a:t>
            </a:r>
          </a:p>
          <a:p>
            <a:r>
              <a:rPr lang="en-US" dirty="0"/>
              <a:t>    </a:t>
            </a:r>
            <a:r>
              <a:rPr lang="th-TH" dirty="0"/>
              <a:t>      </a:t>
            </a:r>
            <a:r>
              <a:rPr lang="en-US" dirty="0"/>
              <a:t>  └── msg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3CDBD-20A0-011B-9A51-0C1663E43286}"/>
              </a:ext>
            </a:extLst>
          </p:cNvPr>
          <p:cNvSpPr txBox="1"/>
          <p:nvPr/>
        </p:nvSpPr>
        <p:spPr>
          <a:xfrm>
            <a:off x="738563" y="5031934"/>
            <a:ext cx="2125217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&lt;div&gt;</a:t>
            </a:r>
          </a:p>
          <a:p>
            <a:r>
              <a:rPr lang="en-US" dirty="0"/>
              <a:t>  &lt;h1&gt;Hello&lt;/h1&gt;</a:t>
            </a:r>
          </a:p>
          <a:p>
            <a:r>
              <a:rPr lang="en-US" dirty="0"/>
              <a:t>  &lt;p&gt;{{ msg }}&lt;/p&gt;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41671F-2B59-1886-AF45-99916FADB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87" y="2910331"/>
            <a:ext cx="1517301" cy="10373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24C082-63DE-7273-F710-68AF14B8C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765" y="2708387"/>
            <a:ext cx="2510136" cy="198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31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b="1" dirty="0"/>
              <a:t>กระบวนการ</a:t>
            </a:r>
            <a:r>
              <a:rPr lang="en-US" b="1" dirty="0"/>
              <a:t> render component </a:t>
            </a:r>
            <a:r>
              <a:rPr lang="th-TH" b="1" dirty="0"/>
              <a:t>ของ</a:t>
            </a:r>
            <a:r>
              <a:rPr lang="en-US" b="1" dirty="0"/>
              <a:t> VUE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8A15A6-F226-8E3A-F86B-BF468F682754}"/>
              </a:ext>
            </a:extLst>
          </p:cNvPr>
          <p:cNvSpPr txBox="1">
            <a:spLocks/>
          </p:cNvSpPr>
          <p:nvPr/>
        </p:nvSpPr>
        <p:spPr>
          <a:xfrm>
            <a:off x="202127" y="0"/>
            <a:ext cx="11950117" cy="669041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sz="3200" b="1" dirty="0"/>
              <a:t>Creation Phase: </a:t>
            </a:r>
          </a:p>
          <a:p>
            <a:pPr lvl="1"/>
            <a:r>
              <a:rPr lang="en-US" sz="2200" dirty="0"/>
              <a:t>	Component is initialized, but </a:t>
            </a:r>
            <a:r>
              <a:rPr lang="en-US" sz="2200" b="1" dirty="0"/>
              <a:t>not yet in DOM</a:t>
            </a:r>
          </a:p>
          <a:p>
            <a:pPr marL="514350" indent="-514350">
              <a:buAutoNum type="arabicPeriod"/>
            </a:pP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</a:p>
          <a:p>
            <a:pPr lvl="1"/>
            <a:r>
              <a:rPr lang="en-US" sz="2200" dirty="0"/>
              <a:t>		</a:t>
            </a:r>
          </a:p>
          <a:p>
            <a:pPr lvl="1"/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Updating Phase: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	</a:t>
            </a: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</a:p>
          <a:p>
            <a:pPr lvl="1"/>
            <a:r>
              <a:rPr lang="en-US" sz="2200" dirty="0"/>
              <a:t>	Component is removed from DOM</a:t>
            </a:r>
            <a:endParaRPr lang="en-US" sz="2200" b="1" dirty="0"/>
          </a:p>
          <a:p>
            <a:endParaRPr lang="en-US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8107E-F36F-3892-7005-98789F36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257" y="3218487"/>
            <a:ext cx="1195897" cy="817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0C2767-EAE9-4B76-FB60-DBB2490F3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046" y="2579254"/>
            <a:ext cx="1939473" cy="1530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93DA91-2EF3-D525-50EB-EE4D33D99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22038"/>
            <a:ext cx="1758748" cy="1387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7AD51-2856-C462-6A39-6C8E6F3C4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099" y="5013943"/>
            <a:ext cx="2054535" cy="127483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EA17B37-C1BB-67A0-6151-FEE90827EA84}"/>
              </a:ext>
            </a:extLst>
          </p:cNvPr>
          <p:cNvSpPr/>
          <p:nvPr/>
        </p:nvSpPr>
        <p:spPr>
          <a:xfrm>
            <a:off x="5385916" y="3429000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2B30780-AEA7-3F6F-7CB3-7275E0929F9A}"/>
              </a:ext>
            </a:extLst>
          </p:cNvPr>
          <p:cNvSpPr/>
          <p:nvPr/>
        </p:nvSpPr>
        <p:spPr>
          <a:xfrm>
            <a:off x="8110695" y="5651361"/>
            <a:ext cx="492370" cy="3190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517D-2D0C-8091-E437-005EB3D4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3377-4C06-2D41-1F05-9E6FF6BB3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b="1" dirty="0"/>
              <a:t>กลไกลการ</a:t>
            </a:r>
            <a:r>
              <a:rPr lang="en-US" b="1" dirty="0"/>
              <a:t> Update Browser DOM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27BE79-6282-3A4E-CFD5-098AF518AF6A}"/>
              </a:ext>
            </a:extLst>
          </p:cNvPr>
          <p:cNvSpPr txBox="1">
            <a:spLocks/>
          </p:cNvSpPr>
          <p:nvPr/>
        </p:nvSpPr>
        <p:spPr>
          <a:xfrm>
            <a:off x="202127" y="448057"/>
            <a:ext cx="11950117" cy="277043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endParaRPr lang="en-US" sz="3200" b="1" dirty="0"/>
          </a:p>
          <a:p>
            <a:pPr lvl="1"/>
            <a:r>
              <a:rPr lang="en-US" sz="2200" dirty="0"/>
              <a:t>		</a:t>
            </a:r>
          </a:p>
          <a:p>
            <a:pPr lvl="1"/>
            <a:endParaRPr lang="en-US" sz="3200" b="1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	</a:t>
            </a:r>
            <a:endParaRPr lang="en-US" sz="3200" b="1" dirty="0"/>
          </a:p>
          <a:p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657C6-33CB-B3EF-68AE-DA390D8B5576}"/>
              </a:ext>
            </a:extLst>
          </p:cNvPr>
          <p:cNvSpPr txBox="1"/>
          <p:nvPr/>
        </p:nvSpPr>
        <p:spPr>
          <a:xfrm>
            <a:off x="200968" y="1507257"/>
            <a:ext cx="28804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//state </a:t>
            </a:r>
            <a:r>
              <a:rPr lang="en-US" dirty="0" err="1"/>
              <a:t>varaible</a:t>
            </a:r>
            <a:endParaRPr lang="en-US" dirty="0"/>
          </a:p>
          <a:p>
            <a:r>
              <a:rPr lang="en-US" dirty="0"/>
              <a:t>const  count = ref(0)</a:t>
            </a:r>
          </a:p>
          <a:p>
            <a:r>
              <a:rPr lang="en-US" dirty="0"/>
              <a:t>const  obj =reactive( </a:t>
            </a:r>
          </a:p>
          <a:p>
            <a:r>
              <a:rPr lang="en-US" dirty="0"/>
              <a:t>                     { </a:t>
            </a:r>
          </a:p>
          <a:p>
            <a:r>
              <a:rPr lang="en-US" dirty="0"/>
              <a:t>                         </a:t>
            </a:r>
            <a:r>
              <a:rPr lang="en-US" dirty="0" err="1"/>
              <a:t>name:’test</a:t>
            </a:r>
            <a:r>
              <a:rPr lang="en-US" dirty="0"/>
              <a:t>’,</a:t>
            </a:r>
          </a:p>
          <a:p>
            <a:r>
              <a:rPr lang="en-US" dirty="0"/>
              <a:t>                         score: 10</a:t>
            </a:r>
          </a:p>
          <a:p>
            <a:r>
              <a:rPr lang="en-US" dirty="0"/>
              <a:t>                        }</a:t>
            </a:r>
          </a:p>
          <a:p>
            <a:r>
              <a:rPr lang="en-US" dirty="0"/>
              <a:t>                    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9D5F7-3A15-5F14-4650-77A31FE0A61C}"/>
              </a:ext>
            </a:extLst>
          </p:cNvPr>
          <p:cNvSpPr txBox="1"/>
          <p:nvPr/>
        </p:nvSpPr>
        <p:spPr>
          <a:xfrm>
            <a:off x="303962" y="5849365"/>
            <a:ext cx="462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&lt;button @click="count++"&gt;Add&lt;/button&gt;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03B523-5858-F160-5B77-79A17E73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451" y="1481800"/>
            <a:ext cx="8804422" cy="40084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96AF91-84FB-D55D-7971-9377A71E8CE9}"/>
              </a:ext>
            </a:extLst>
          </p:cNvPr>
          <p:cNvSpPr txBox="1"/>
          <p:nvPr/>
        </p:nvSpPr>
        <p:spPr>
          <a:xfrm>
            <a:off x="3647552" y="3318470"/>
            <a:ext cx="111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Mounted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2B6BAF-480D-D3C9-A245-A4C2C5C009B2}"/>
              </a:ext>
            </a:extLst>
          </p:cNvPr>
          <p:cNvSpPr txBox="1"/>
          <p:nvPr/>
        </p:nvSpPr>
        <p:spPr>
          <a:xfrm>
            <a:off x="4676142" y="1457012"/>
            <a:ext cx="870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button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3949FF-729F-5552-C327-540CF53C2FFC}"/>
              </a:ext>
            </a:extLst>
          </p:cNvPr>
          <p:cNvCxnSpPr>
            <a:stCxn id="12" idx="2"/>
          </p:cNvCxnSpPr>
          <p:nvPr/>
        </p:nvCxnSpPr>
        <p:spPr>
          <a:xfrm flipH="1">
            <a:off x="4766576" y="1826344"/>
            <a:ext cx="344846" cy="26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3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9CE5-180D-6BB0-D99D-E6BD9254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D388-9187-868F-F36D-4CFFF1FE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211753"/>
            <a:ext cx="9910849" cy="6400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VUE3 Hook Function : </a:t>
            </a:r>
            <a:r>
              <a:rPr lang="en-US" dirty="0" err="1"/>
              <a:t>onBeforeUpdate</a:t>
            </a:r>
            <a:r>
              <a:rPr lang="en-US" dirty="0"/>
              <a:t> &amp; </a:t>
            </a:r>
            <a:r>
              <a:rPr lang="en-US" dirty="0" err="1"/>
              <a:t>onUpdated</a:t>
            </a:r>
            <a:r>
              <a:rPr lang="en-US" dirty="0"/>
              <a:t> </a:t>
            </a:r>
            <a:r>
              <a:rPr lang="en-US" b="1" dirty="0"/>
              <a:t>Updating </a:t>
            </a:r>
            <a:r>
              <a:rPr lang="en-US" dirty="0"/>
              <a:t>Phase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7E9C7-D9F3-65D7-0DFC-FB44A6A8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06" y="1424777"/>
            <a:ext cx="8804422" cy="4008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0BCFB0-C0C8-46D9-ED1C-A219BEC02A63}"/>
              </a:ext>
            </a:extLst>
          </p:cNvPr>
          <p:cNvSpPr txBox="1"/>
          <p:nvPr/>
        </p:nvSpPr>
        <p:spPr>
          <a:xfrm>
            <a:off x="346752" y="4294863"/>
            <a:ext cx="2055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onBeforeUpdate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0A381-2086-152D-E41A-E1CABEBA36CF}"/>
              </a:ext>
            </a:extLst>
          </p:cNvPr>
          <p:cNvSpPr txBox="1"/>
          <p:nvPr/>
        </p:nvSpPr>
        <p:spPr>
          <a:xfrm>
            <a:off x="10095237" y="4067119"/>
            <a:ext cx="1913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onUpdated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143393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14365</TotalTime>
  <Words>216</Words>
  <Application>Microsoft Office PowerPoint</Application>
  <PresentationFormat>Widescreen</PresentationFormat>
  <Paragraphs>57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Custom</vt:lpstr>
      <vt:lpstr>PowerPoint Presentation</vt:lpstr>
      <vt:lpstr>HTML DOM (Document Object Model) </vt:lpstr>
      <vt:lpstr>Virtual  DOM (VDOM) CONCEPT</vt:lpstr>
      <vt:lpstr>กระบวนการ render component ของ VUE</vt:lpstr>
      <vt:lpstr>กลไกลการ Update Browser DOM</vt:lpstr>
      <vt:lpstr>VUE3 Hook Function : onBeforeUpdate &amp; onUpdated Updating Phase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107</cp:revision>
  <dcterms:created xsi:type="dcterms:W3CDTF">2026-02-24T13:07:23Z</dcterms:created>
  <dcterms:modified xsi:type="dcterms:W3CDTF">2026-05-12T01:10:52Z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