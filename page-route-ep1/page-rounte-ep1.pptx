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64" r:id="rId5"/>
    <p:sldId id="259" r:id="rId6"/>
    <p:sldId id="260" r:id="rId7"/>
    <p:sldId id="258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564" autoAdjust="0"/>
  </p:normalViewPr>
  <p:slideViewPr>
    <p:cSldViewPr snapToGrid="0">
      <p:cViewPr varScale="1">
        <p:scale>
          <a:sx n="95" d="100"/>
          <a:sy n="95" d="100"/>
        </p:scale>
        <p:origin x="10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0E792-7B21-4402-9244-F92D6EC1367D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36640-B669-4F47-AFB1-E61C814D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8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96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="https://jsonplaceholder.typicode.com/"&gt;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JsonHolder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&lt;/a&gt;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="https://www.bing.com/"&gt;bing&lt;/a&gt;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&lt;form action="/login" method="post"&gt;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&lt;input type="text" name="username"&gt;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&lt;button type="submit"&gt;Login&lt;/button&gt;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&lt;/form&gt;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function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jsonHandle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(event)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const target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target.getAttribute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    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document.body.innerHTML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+=  "&lt;p&gt;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jsonHandle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:Current page = " +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"&lt;/p&gt;";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function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bingHandle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(event)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const target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target.getAttribute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    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document.body.innerHTML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+=  "&lt;p&gt;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bingHandle:Current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page = " +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"&lt;/p&gt;";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function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AnchorTagHandle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event 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event.preventDefault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 //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const target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target.getAttribute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    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console.log(  "Intercept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=",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if (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==="https://jsonplaceholder.typicode.com/")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jsonHandle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(event);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else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=== "https://www.bing.com/")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bingHandle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(event);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// intercept on tag click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document.addEventListener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("click", function(event)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const target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//check Anchor tag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target.tagName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=== "A")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AnchorTagHandle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(event);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 );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// intercept form submit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document.addEventListener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submit",function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 event 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const target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event.target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event.preventDefault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console.log("Intercept form submit");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console.log("action =",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target.action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// 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อ่าน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console.log("method =",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target.method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// 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อ่าน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formData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new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FormData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(target); // 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อ่านข้อมูล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console.log("username =",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formData.get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("username"));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document.body.innerHTML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+=  "&lt;p&gt;Post page = 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+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target.action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+" ("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+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formData.get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("username")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+")"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+ "&lt;/p&gt;";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} 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&lt;/script&gt;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4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1D56-CC25-FEE1-49D5-DD945218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56B3-B10C-595E-E08D-F82D4260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91F9-405A-723E-0266-E030640C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2626-68CC-2AA8-EBFB-BA518909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C317-1F4C-5AE9-207E-7ACA4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2636-37AC-6F05-B58E-5C9FE6CC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8AA5-0ACF-AB3D-7F12-38985AB8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CAD7-53B5-65D8-533B-C3031BA0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DCBBF-8989-4544-FB71-99FB53C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FC58-F701-1F7A-DEA9-65D0AA4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228-C99D-E58D-E637-ACF3C211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E8B0-9905-8502-EC55-67414694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501-B36F-F262-69BC-4117865D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898E-86B0-B713-A207-F539473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0980-729A-BAE4-24A7-97655CD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C8A-C6BE-CE34-2FFB-3E75AD86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D7F0-0A1D-1531-2E78-43F363A7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69C-72C4-4611-44F1-CECDF3BD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E6E49-2774-4993-2E72-F92B7B32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45C7-DE9C-BEE9-6F41-DB97BD6D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C74E-6A8C-854C-28F1-E041002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3A1A-32B1-34F8-470F-C231E819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FC17-8F57-AE61-2CF1-7C10442A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A560-A84F-813F-92F0-DE088C0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5438-14DD-6007-6D43-58A5C2859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E2760-0C05-6491-17C1-335EBFD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9DF92-D1CE-6DC8-2D91-FEEB0F5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E77-0935-3326-2BCD-69979D7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2D776-5D43-7CCD-374D-7A33E04E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B7E-FE82-645D-E36B-CAA3F1C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9FB9-BBB0-9B45-D935-0EA86BBD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61958-E809-14C4-761B-DE0DDA00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3B411-C639-FECB-7375-B389247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4886-E517-CD43-695B-7D3C34B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B4BE3-F806-6B11-5866-A05DA26A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C38B-596C-3330-FFF6-5A6347F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3E7-EBF8-5B33-E1EC-9776686D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70E-AB95-CE55-ED7C-BF7F971C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CDC1-3A86-48E8-AF59-700A70C5B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7993-C21A-3661-4263-612D122E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9D8F0-2051-3427-320A-9F5E8777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F1DF-677F-83B1-9EC1-A1E9162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C92A-E097-F04E-9C89-E634FF76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30BA9-8165-70EB-9D36-35343ED4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7C07-906C-637D-2F8E-B757B806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E4C64-BC87-DA29-DA35-3C36B180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6F2A-C4A0-9E59-23BB-539CEBE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5C25-BF05-5D60-BBF5-62F8EC3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B83-0070-8374-4BD2-FD8EA25A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F5228-D69D-C02C-8A90-B4D54FBB4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53A-F3B1-E190-1D41-F8C7982C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1D-3415-395E-FFF5-3063B4E6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33BC-5098-2178-C191-C5FEB625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9B349-8CC6-5F8D-2FDE-FF6B0EE46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CF31D-74E5-4915-6CAC-CAF3BE9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1AA5-29B8-FBFF-4AA0-61D3E332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1716-D5C0-77AE-41E3-CC7210C4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43F9-0DE3-3DA1-CC93-E256E44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0666-E4BC-20BE-AB68-4EE5494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D7A5-6DA8-564B-1205-E20DE67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ABB9-65D9-3C8C-2145-7C12AEB2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BAA1D-CD6B-4A02-B270-D7E8779137E9}" type="datetimeFigureOut">
              <a:rPr lang="en-US" smtClean="0"/>
              <a:t>25/05/2026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7669-D06E-5580-29CC-67A7A5B0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EE8-6719-73D9-7479-84136D490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28A-F245-4464-F9E4-8F8E71F3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30497" y="1958574"/>
            <a:ext cx="15695525" cy="923330"/>
          </a:xfrm>
        </p:spPr>
        <p:txBody>
          <a:bodyPr>
            <a:noAutofit/>
          </a:bodyPr>
          <a:lstStyle/>
          <a:p>
            <a:br>
              <a:rPr lang="th-TH" sz="4400" b="1" dirty="0"/>
            </a:br>
            <a:r>
              <a:rPr lang="en-US" sz="4400" b="1" dirty="0">
                <a:solidFill>
                  <a:schemeClr val="accent1"/>
                </a:solidFill>
              </a:rPr>
              <a:t>(</a:t>
            </a:r>
            <a:r>
              <a:rPr lang="th-TH" sz="4400" b="1" dirty="0">
                <a:solidFill>
                  <a:schemeClr val="accent1"/>
                </a:solidFill>
              </a:rPr>
              <a:t>ตอน</a:t>
            </a:r>
            <a:r>
              <a:rPr lang="en-US" sz="4400" b="1" dirty="0">
                <a:solidFill>
                  <a:schemeClr val="accent1"/>
                </a:solidFill>
              </a:rPr>
              <a:t>:</a:t>
            </a:r>
            <a:r>
              <a:rPr lang="th-TH" sz="4400" b="1" dirty="0">
                <a:solidFill>
                  <a:schemeClr val="accent1"/>
                </a:solidFill>
              </a:rPr>
              <a:t>หลักการ</a:t>
            </a:r>
            <a:r>
              <a:rPr lang="en-US" sz="4400" b="1" dirty="0">
                <a:solidFill>
                  <a:schemeClr val="accent1"/>
                </a:solidFill>
              </a:rPr>
              <a:t>&amp;</a:t>
            </a:r>
            <a:r>
              <a:rPr lang="th-TH" sz="4400" b="1" dirty="0">
                <a:solidFill>
                  <a:schemeClr val="accent1"/>
                </a:solidFill>
              </a:rPr>
              <a:t>วิธี</a:t>
            </a:r>
            <a:r>
              <a:rPr lang="en-US" sz="4400" b="1" dirty="0">
                <a:solidFill>
                  <a:schemeClr val="accent1"/>
                </a:solidFill>
              </a:rPr>
              <a:t>implement page routing routine)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0A84F-6D86-5281-5C04-FA6258D0C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073" y="3390990"/>
            <a:ext cx="8801100" cy="1655762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solidFill>
                  <a:srgbClr val="FF0000"/>
                </a:solidFill>
              </a:rPr>
              <a:t>สามารถฝึกปฏิบัติแบบออนไลน์จาก </a:t>
            </a:r>
            <a:r>
              <a:rPr lang="en-US" sz="4000" b="1" dirty="0">
                <a:solidFill>
                  <a:srgbClr val="FF0000"/>
                </a:solidFill>
              </a:rPr>
              <a:t>source code </a:t>
            </a:r>
          </a:p>
          <a:p>
            <a:pPr algn="l"/>
            <a:r>
              <a:rPr lang="th-TH" sz="4000" b="1" dirty="0">
                <a:solidFill>
                  <a:srgbClr val="FF0000"/>
                </a:solidFill>
              </a:rPr>
              <a:t>ผ่านลิงก์</a:t>
            </a:r>
            <a:r>
              <a:rPr lang="en-US" sz="4000" b="1" dirty="0">
                <a:solidFill>
                  <a:srgbClr val="FF0000"/>
                </a:solidFill>
              </a:rPr>
              <a:t>(link)</a:t>
            </a:r>
            <a:r>
              <a:rPr lang="th-TH" sz="4000" b="1" dirty="0">
                <a:solidFill>
                  <a:srgbClr val="FF0000"/>
                </a:solidFill>
              </a:rPr>
              <a:t> ในคำอธิบายใต้คลิป </a:t>
            </a:r>
            <a:r>
              <a:rPr lang="en-US" sz="4000" b="1" dirty="0">
                <a:solidFill>
                  <a:srgbClr val="FF0000"/>
                </a:solidFill>
              </a:rPr>
              <a:t>YouTube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E2211-34DE-ABB9-BBE3-5452EB372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48" y="5200649"/>
            <a:ext cx="2333704" cy="93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5BB053-51FD-D8FA-C3AE-1DAA04ECACE2}"/>
              </a:ext>
            </a:extLst>
          </p:cNvPr>
          <p:cNvSpPr txBox="1"/>
          <p:nvPr/>
        </p:nvSpPr>
        <p:spPr>
          <a:xfrm>
            <a:off x="683288" y="710684"/>
            <a:ext cx="1142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5400" dirty="0"/>
              <a:t>การทำ</a:t>
            </a:r>
            <a:r>
              <a:rPr lang="en-US" sz="5400" dirty="0"/>
              <a:t>menu</a:t>
            </a:r>
            <a:r>
              <a:rPr lang="th-TH" sz="5400" dirty="0"/>
              <a:t>บน</a:t>
            </a:r>
            <a:r>
              <a:rPr lang="en-US" sz="5400" dirty="0"/>
              <a:t>App </a:t>
            </a:r>
            <a:r>
              <a:rPr lang="th-TH" sz="5400" dirty="0"/>
              <a:t>ด้วย</a:t>
            </a:r>
            <a:r>
              <a:rPr lang="en-US" sz="5400" dirty="0"/>
              <a:t>Vue Router 4 –EP1</a:t>
            </a:r>
          </a:p>
        </p:txBody>
      </p:sp>
    </p:spTree>
    <p:extLst>
      <p:ext uri="{BB962C8B-B14F-4D97-AF65-F5344CB8AC3E}">
        <p14:creationId xmlns:p14="http://schemas.microsoft.com/office/powerpoint/2010/main" val="12895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1547-4F4E-A2FC-3940-3AB485EF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804" y="866775"/>
            <a:ext cx="10515600" cy="746613"/>
          </a:xfrm>
        </p:spPr>
        <p:txBody>
          <a:bodyPr>
            <a:normAutofit fontScale="90000"/>
          </a:bodyPr>
          <a:lstStyle/>
          <a:p>
            <a:r>
              <a:rPr lang="th-TH" dirty="0"/>
              <a:t> การใช้</a:t>
            </a:r>
            <a:r>
              <a:rPr lang="en-US" dirty="0"/>
              <a:t> html tag</a:t>
            </a:r>
            <a:r>
              <a:rPr lang="th-TH" dirty="0"/>
              <a:t> การทำ</a:t>
            </a:r>
            <a:r>
              <a:rPr lang="en-US" dirty="0"/>
              <a:t> menu item</a:t>
            </a:r>
            <a:br>
              <a:rPr lang="en-US" dirty="0"/>
            </a:br>
            <a:r>
              <a:rPr lang="en-US" dirty="0"/>
              <a:t> </a:t>
            </a:r>
            <a:br>
              <a:rPr lang="th-TH" dirty="0"/>
            </a:br>
            <a:br>
              <a:rPr lang="en-US" sz="1800" dirty="0"/>
            </a:br>
            <a:br>
              <a:rPr lang="en-US" dirty="0"/>
            </a:br>
            <a:r>
              <a:rPr lang="en-US" dirty="0"/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8FFE6-D59F-1C80-11DD-5BE95B740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221" y="561975"/>
            <a:ext cx="757705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A1395B-C8D2-53E0-E8DB-C4A1B22F86CB}"/>
              </a:ext>
            </a:extLst>
          </p:cNvPr>
          <p:cNvSpPr txBox="1"/>
          <p:nvPr/>
        </p:nvSpPr>
        <p:spPr>
          <a:xfrm>
            <a:off x="6743700" y="3115746"/>
            <a:ext cx="541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&lt;a </a:t>
            </a:r>
            <a:r>
              <a:rPr lang="en-US" dirty="0" err="1"/>
              <a:t>href</a:t>
            </a:r>
            <a:r>
              <a:rPr lang="en-US" dirty="0"/>
              <a:t>=“/</a:t>
            </a:r>
            <a:r>
              <a:rPr lang="en-US" dirty="0" err="1"/>
              <a:t>pinterest</a:t>
            </a:r>
            <a:r>
              <a:rPr lang="en-US" dirty="0"/>
              <a:t>"&gt;pinterest&lt;/a&gt;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412493-8C2F-2234-881A-1188FF60DAB2}"/>
              </a:ext>
            </a:extLst>
          </p:cNvPr>
          <p:cNvSpPr txBox="1"/>
          <p:nvPr/>
        </p:nvSpPr>
        <p:spPr>
          <a:xfrm>
            <a:off x="6772275" y="3582471"/>
            <a:ext cx="541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&lt;a </a:t>
            </a:r>
            <a:r>
              <a:rPr lang="en-US" dirty="0" err="1"/>
              <a:t>href</a:t>
            </a:r>
            <a:r>
              <a:rPr lang="en-US" dirty="0"/>
              <a:t>="https://www.google.com"&gt;google-plus&lt;/a&gt;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DBB76-2A6E-DB50-03B3-2B79462EC19C}"/>
              </a:ext>
            </a:extLst>
          </p:cNvPr>
          <p:cNvSpPr txBox="1"/>
          <p:nvPr/>
        </p:nvSpPr>
        <p:spPr>
          <a:xfrm>
            <a:off x="283369" y="976997"/>
            <a:ext cx="62436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1.</a:t>
            </a:r>
            <a:r>
              <a:rPr lang="th-TH" sz="1800" dirty="0"/>
              <a:t>ใช้</a:t>
            </a:r>
            <a:r>
              <a:rPr lang="th-TH" dirty="0"/>
              <a:t> </a:t>
            </a:r>
            <a:r>
              <a:rPr lang="en-US" sz="1800" dirty="0"/>
              <a:t>Link/Navigation</a:t>
            </a:r>
            <a:r>
              <a:rPr lang="th-TH" sz="1800" dirty="0"/>
              <a:t> </a:t>
            </a:r>
            <a:r>
              <a:rPr lang="en-US" sz="1800" dirty="0"/>
              <a:t>tag</a:t>
            </a:r>
            <a:endParaRPr lang="th-TH" sz="1800" dirty="0"/>
          </a:p>
          <a:p>
            <a:r>
              <a:rPr lang="th-TH" dirty="0"/>
              <a:t>    </a:t>
            </a:r>
            <a:r>
              <a:rPr lang="en-US" dirty="0"/>
              <a:t> &lt;a&gt;</a:t>
            </a:r>
            <a:r>
              <a:rPr lang="th-TH" dirty="0"/>
              <a:t>  </a:t>
            </a:r>
            <a:r>
              <a:rPr lang="en-US" dirty="0"/>
              <a:t>Anchor Tag</a:t>
            </a:r>
            <a:endParaRPr lang="th-TH" dirty="0"/>
          </a:p>
          <a:p>
            <a:endParaRPr lang="th-TH" dirty="0"/>
          </a:p>
          <a:p>
            <a:r>
              <a:rPr lang="en-US" dirty="0"/>
              <a:t>2. </a:t>
            </a:r>
            <a:r>
              <a:rPr lang="th-TH" dirty="0"/>
              <a:t>เหตุผลทำเรื่องพวกนี้ได้หมดโดยไม่ต้องเขียน </a:t>
            </a:r>
            <a:r>
              <a:rPr lang="en-US" dirty="0"/>
              <a:t>JavaScript</a:t>
            </a:r>
          </a:p>
          <a:p>
            <a:endParaRPr lang="th-TH" dirty="0"/>
          </a:p>
          <a:p>
            <a:endParaRPr lang="en-US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13ABC08-C0A7-FC24-5184-8FDAD066E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2201836"/>
            <a:ext cx="40005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clickable navigation </a:t>
            </a:r>
            <a:endParaRPr kumimoji="0" lang="th-TH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th-TH" altLang="en-US" dirty="0">
                <a:latin typeface="Arial" panose="020B0604020202020204" pitchFamily="34" charset="0"/>
              </a:rPr>
              <a:t>  </a:t>
            </a:r>
            <a:r>
              <a:rPr kumimoji="0" lang="th-T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เพื่อ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</a:t>
            </a:r>
            <a:r>
              <a:rPr kumimoji="0" lang="th-T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ข้อมูลใหม่จาก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</a:t>
            </a:r>
            <a:r>
              <a:rPr kumimoji="0" lang="th-T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มาแสดงตาม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th-TH" altLang="en-US" dirty="0">
                <a:latin typeface="Arial" panose="020B0604020202020204" pitchFamily="34" charset="0"/>
              </a:rPr>
              <a:t>ที่กำหนด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 link </a:t>
            </a:r>
            <a:r>
              <a:rPr kumimoji="0" lang="th-T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ได้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SEO crawl </a:t>
            </a:r>
            <a:r>
              <a:rPr kumimoji="0" lang="th-TH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ngsana New" panose="02020603050405020304" pitchFamily="18" charset="-34"/>
              </a:rPr>
              <a:t>ได้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89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D4DB-9271-0236-0C37-507F208A7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780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Page routing (Dynamic page)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F0C6-7861-B654-85B0-6B1157AA2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5"/>
            <a:ext cx="10515600" cy="8509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Page routing is the process of mapping a URL to a handler (or module) and supporting sub-routing within the application.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FCCA7-35EF-183F-9E31-8E83A69F7F7B}"/>
              </a:ext>
            </a:extLst>
          </p:cNvPr>
          <p:cNvSpPr txBox="1"/>
          <p:nvPr/>
        </p:nvSpPr>
        <p:spPr>
          <a:xfrm>
            <a:off x="1866900" y="6296710"/>
            <a:ext cx="887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https://o7planning.org/12139/undertanding-react-router-with-a-basic-example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E69FB5-AFA6-C15C-AD92-320D55E0D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410" y="1914525"/>
            <a:ext cx="7068240" cy="42763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5CE9C-9CC2-E3F6-1912-3D37DEA1B64E}"/>
              </a:ext>
            </a:extLst>
          </p:cNvPr>
          <p:cNvSpPr txBox="1"/>
          <p:nvPr/>
        </p:nvSpPr>
        <p:spPr>
          <a:xfrm>
            <a:off x="7600951" y="2332038"/>
            <a:ext cx="121919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Page routing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module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7047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E882-A9D9-72F1-2DC1-02206106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แนวทางการพัฒนา</a:t>
            </a:r>
            <a:r>
              <a:rPr lang="en-US" dirty="0"/>
              <a:t> WebApp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42E95-3073-4EF6-5DC4-17201D47F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Server-Side App (Multi-Page Application (MPA))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Single Page Application (SPA)</a:t>
            </a:r>
          </a:p>
        </p:txBody>
      </p:sp>
    </p:spTree>
    <p:extLst>
      <p:ext uri="{BB962C8B-B14F-4D97-AF65-F5344CB8AC3E}">
        <p14:creationId xmlns:p14="http://schemas.microsoft.com/office/powerpoint/2010/main" val="376406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FE4850-6FE0-792E-CD6B-E4BEE3A63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9" y="955040"/>
            <a:ext cx="6769126" cy="58201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5CAFEF-710F-1E0D-A0B3-EA84149C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-132715"/>
            <a:ext cx="10515600" cy="108775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Page routing: </a:t>
            </a:r>
            <a:r>
              <a:rPr lang="en-US" dirty="0"/>
              <a:t>Server-Side Application (MPA)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68DC44-087D-364F-69F3-B3FB588E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742" y="1037879"/>
            <a:ext cx="4969410" cy="62347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7E6BAC-EB88-DD7E-9204-EB7C3CE01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244" y="856283"/>
            <a:ext cx="9383436" cy="55545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526039-084C-3B12-9A1A-94F1A02A9BAA}"/>
              </a:ext>
            </a:extLst>
          </p:cNvPr>
          <p:cNvSpPr txBox="1"/>
          <p:nvPr/>
        </p:nvSpPr>
        <p:spPr>
          <a:xfrm>
            <a:off x="4438650" y="2476500"/>
            <a:ext cx="336451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</a:t>
            </a:r>
            <a:r>
              <a:rPr lang="en-US" dirty="0">
                <a:solidFill>
                  <a:srgbClr val="FF0000"/>
                </a:solidFill>
              </a:rPr>
              <a:t> www.mysite.com/index.html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6EE46-711E-F9EC-94C5-8A5FC7A446DC}"/>
              </a:ext>
            </a:extLst>
          </p:cNvPr>
          <p:cNvSpPr txBox="1"/>
          <p:nvPr/>
        </p:nvSpPr>
        <p:spPr>
          <a:xfrm>
            <a:off x="7648575" y="2438400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C4824A-3B86-E883-D01F-9FB38089B63F}"/>
              </a:ext>
            </a:extLst>
          </p:cNvPr>
          <p:cNvSpPr txBox="1"/>
          <p:nvPr/>
        </p:nvSpPr>
        <p:spPr>
          <a:xfrm>
            <a:off x="4504159" y="4152900"/>
            <a:ext cx="32763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</a:t>
            </a:r>
            <a:r>
              <a:rPr lang="en-US" dirty="0">
                <a:solidFill>
                  <a:srgbClr val="FF0000"/>
                </a:solidFill>
              </a:rPr>
              <a:t> www.mysite.com/pinterest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DA512-C48A-808C-2563-372268C49531}"/>
              </a:ext>
            </a:extLst>
          </p:cNvPr>
          <p:cNvSpPr txBox="1"/>
          <p:nvPr/>
        </p:nvSpPr>
        <p:spPr>
          <a:xfrm>
            <a:off x="7686675" y="4133850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CB0BF7-5847-21F0-7E4D-EB3E8CA7DEF7}"/>
              </a:ext>
            </a:extLst>
          </p:cNvPr>
          <p:cNvSpPr txBox="1"/>
          <p:nvPr/>
        </p:nvSpPr>
        <p:spPr>
          <a:xfrm>
            <a:off x="4619625" y="3381375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Index.html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9FB7DF-B52D-C23B-39B5-1EF8B88D9FEE}"/>
              </a:ext>
            </a:extLst>
          </p:cNvPr>
          <p:cNvSpPr txBox="1"/>
          <p:nvPr/>
        </p:nvSpPr>
        <p:spPr>
          <a:xfrm>
            <a:off x="2335219" y="4301609"/>
            <a:ext cx="200765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&lt;a </a:t>
            </a:r>
            <a:r>
              <a:rPr lang="en-US" dirty="0" err="1">
                <a:solidFill>
                  <a:srgbClr val="FF0000"/>
                </a:solidFill>
              </a:rPr>
              <a:t>href</a:t>
            </a:r>
            <a:r>
              <a:rPr lang="en-US" dirty="0">
                <a:solidFill>
                  <a:srgbClr val="FF0000"/>
                </a:solidFill>
              </a:rPr>
              <a:t>=‘/</a:t>
            </a:r>
            <a:r>
              <a:rPr lang="en-US" dirty="0" err="1">
                <a:solidFill>
                  <a:srgbClr val="FF0000"/>
                </a:solidFill>
              </a:rPr>
              <a:t>pinterest</a:t>
            </a:r>
            <a:r>
              <a:rPr lang="en-US" dirty="0">
                <a:solidFill>
                  <a:srgbClr val="FF0000"/>
                </a:solidFill>
              </a:rPr>
              <a:t>’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577C30-66E2-26C7-8D17-5F04D2AECB04}"/>
              </a:ext>
            </a:extLst>
          </p:cNvPr>
          <p:cNvSpPr txBox="1"/>
          <p:nvPr/>
        </p:nvSpPr>
        <p:spPr>
          <a:xfrm>
            <a:off x="1133475" y="1209675"/>
            <a:ext cx="2193588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www.mysite.com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1CB8A7-9205-1DC6-BFF5-12818089D419}"/>
              </a:ext>
            </a:extLst>
          </p:cNvPr>
          <p:cNvSpPr txBox="1"/>
          <p:nvPr/>
        </p:nvSpPr>
        <p:spPr>
          <a:xfrm>
            <a:off x="10134600" y="2847975"/>
            <a:ext cx="1521570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Home module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159580-3577-9C9D-C390-E79708506DFC}"/>
              </a:ext>
            </a:extLst>
          </p:cNvPr>
          <p:cNvSpPr txBox="1"/>
          <p:nvPr/>
        </p:nvSpPr>
        <p:spPr>
          <a:xfrm>
            <a:off x="10144125" y="4524375"/>
            <a:ext cx="1796710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Pinterest module</a:t>
            </a:r>
          </a:p>
        </p:txBody>
      </p:sp>
    </p:spTree>
    <p:extLst>
      <p:ext uri="{BB962C8B-B14F-4D97-AF65-F5344CB8AC3E}">
        <p14:creationId xmlns:p14="http://schemas.microsoft.com/office/powerpoint/2010/main" val="1827537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8BBC-E8E3-001D-DCC7-566B9FE4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DDE7-6799-EBA1-7C45-8856828A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111125"/>
            <a:ext cx="10515600" cy="7016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Page routing: SPA Client-Side </a:t>
            </a:r>
            <a:r>
              <a:rPr lang="en-US" dirty="0"/>
              <a:t>Rendering (SPA-CSR)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C05566-74E7-2170-D14A-D4674A86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6" y="1037879"/>
            <a:ext cx="6491236" cy="5581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DA6DDF-A5FF-87ED-0339-AD3F1F03C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732" y="812800"/>
            <a:ext cx="4232841" cy="5934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FC1FA4-18B4-ADAA-7A0C-4C9F531C8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748" y="1013309"/>
            <a:ext cx="8405222" cy="58446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2AF585-1FF5-A214-19CC-56A434E60126}"/>
              </a:ext>
            </a:extLst>
          </p:cNvPr>
          <p:cNvSpPr txBox="1"/>
          <p:nvPr/>
        </p:nvSpPr>
        <p:spPr>
          <a:xfrm>
            <a:off x="5143500" y="2676525"/>
            <a:ext cx="33116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</a:t>
            </a:r>
            <a:r>
              <a:rPr lang="en-US" dirty="0">
                <a:solidFill>
                  <a:srgbClr val="FF0000"/>
                </a:solidFill>
              </a:rPr>
              <a:t> www.mysite.com/index.html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9DD58-A6DA-3078-81D5-8A0DE17E3892}"/>
              </a:ext>
            </a:extLst>
          </p:cNvPr>
          <p:cNvSpPr txBox="1"/>
          <p:nvPr/>
        </p:nvSpPr>
        <p:spPr>
          <a:xfrm>
            <a:off x="8305800" y="2705100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34162B-8DA2-D539-6BB5-91666F02B5C4}"/>
              </a:ext>
            </a:extLst>
          </p:cNvPr>
          <p:cNvSpPr txBox="1"/>
          <p:nvPr/>
        </p:nvSpPr>
        <p:spPr>
          <a:xfrm>
            <a:off x="5086350" y="4391025"/>
            <a:ext cx="27149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</a:t>
            </a:r>
            <a:r>
              <a:rPr lang="en-US" dirty="0">
                <a:solidFill>
                  <a:srgbClr val="FF0000"/>
                </a:solidFill>
              </a:rPr>
              <a:t> #/pinterest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22032-054C-C668-B56E-CEC07F6A9D9D}"/>
              </a:ext>
            </a:extLst>
          </p:cNvPr>
          <p:cNvSpPr txBox="1"/>
          <p:nvPr/>
        </p:nvSpPr>
        <p:spPr>
          <a:xfrm>
            <a:off x="2667274" y="4539734"/>
            <a:ext cx="21935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&lt;a </a:t>
            </a:r>
            <a:r>
              <a:rPr lang="en-US" dirty="0" err="1">
                <a:solidFill>
                  <a:srgbClr val="FF0000"/>
                </a:solidFill>
              </a:rPr>
              <a:t>hres</a:t>
            </a:r>
            <a:r>
              <a:rPr lang="en-US" dirty="0">
                <a:solidFill>
                  <a:srgbClr val="FF0000"/>
                </a:solidFill>
              </a:rPr>
              <a:t> =‘/#pinterest’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CE9CB6-8142-470E-4400-E69796A3841D}"/>
              </a:ext>
            </a:extLst>
          </p:cNvPr>
          <p:cNvSpPr txBox="1"/>
          <p:nvPr/>
        </p:nvSpPr>
        <p:spPr>
          <a:xfrm>
            <a:off x="1133475" y="1333500"/>
            <a:ext cx="2193588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www.mysite.com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D32AA-189D-7E37-A2BC-ACA7096DFCDB}"/>
              </a:ext>
            </a:extLst>
          </p:cNvPr>
          <p:cNvSpPr txBox="1"/>
          <p:nvPr/>
        </p:nvSpPr>
        <p:spPr>
          <a:xfrm>
            <a:off x="10944225" y="3305175"/>
            <a:ext cx="83856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Server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658AD1-DE50-4D6B-12D1-E204E5AE4CA5}"/>
              </a:ext>
            </a:extLst>
          </p:cNvPr>
          <p:cNvSpPr txBox="1"/>
          <p:nvPr/>
        </p:nvSpPr>
        <p:spPr>
          <a:xfrm>
            <a:off x="7372350" y="4705350"/>
            <a:ext cx="1796710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Pinterest module</a:t>
            </a:r>
          </a:p>
        </p:txBody>
      </p:sp>
    </p:spTree>
    <p:extLst>
      <p:ext uri="{BB962C8B-B14F-4D97-AF65-F5344CB8AC3E}">
        <p14:creationId xmlns:p14="http://schemas.microsoft.com/office/powerpoint/2010/main" val="527718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BABC-F0FD-5E1B-09DA-E2CA9E91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6" y="-53975"/>
            <a:ext cx="11229974" cy="6826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Page routing : SPA page intercept event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5FE61-0983-203A-AB43-866473961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53" y="692150"/>
            <a:ext cx="12188023" cy="1679261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dirty="0"/>
              <a:t>Tag </a:t>
            </a:r>
            <a:r>
              <a:rPr lang="th-TH" dirty="0"/>
              <a:t>ที่ทำให้เกิดการ</a:t>
            </a:r>
            <a:r>
              <a:rPr lang="en-US" dirty="0"/>
              <a:t> load page</a:t>
            </a:r>
            <a:r>
              <a:rPr lang="th-TH" dirty="0"/>
              <a:t> ใหม่ เช่น</a:t>
            </a:r>
            <a:endParaRPr lang="en-US" dirty="0"/>
          </a:p>
          <a:p>
            <a:pPr lvl="1"/>
            <a:r>
              <a:rPr lang="en-US" dirty="0"/>
              <a:t>a-</a:t>
            </a:r>
            <a:r>
              <a:rPr lang="en-US" dirty="0" err="1"/>
              <a:t>href</a:t>
            </a:r>
            <a:r>
              <a:rPr lang="en-US" dirty="0"/>
              <a:t>    :  &lt;a </a:t>
            </a:r>
            <a:r>
              <a:rPr lang="en-US" dirty="0" err="1"/>
              <a:t>href</a:t>
            </a:r>
            <a:r>
              <a:rPr lang="en-US" dirty="0"/>
              <a:t>="/product/1"&gt;Product&lt;/a&gt;</a:t>
            </a:r>
          </a:p>
          <a:p>
            <a:pPr lvl="1"/>
            <a:r>
              <a:rPr lang="en-US" dirty="0"/>
              <a:t>Form summit  :  &lt;form action="/login" method="POST"&gt;</a:t>
            </a:r>
            <a:endParaRPr lang="th-TH" dirty="0"/>
          </a:p>
          <a:p>
            <a:pPr marL="0" lvl="1" indent="0">
              <a:buNone/>
            </a:pPr>
            <a:r>
              <a:rPr lang="en-US" dirty="0"/>
              <a:t>SPA</a:t>
            </a:r>
            <a:r>
              <a:rPr lang="th-TH" dirty="0"/>
              <a:t> </a:t>
            </a:r>
            <a:r>
              <a:rPr lang="en-US" dirty="0"/>
              <a:t>framework</a:t>
            </a:r>
            <a:r>
              <a:rPr lang="th-TH" dirty="0"/>
              <a:t>จะทำการ </a:t>
            </a:r>
            <a:r>
              <a:rPr lang="en-US" dirty="0"/>
              <a:t>intercept </a:t>
            </a:r>
            <a:r>
              <a:rPr lang="th-TH" dirty="0"/>
              <a:t>การทำงาน เพื่อป้องกันไม่ให้</a:t>
            </a:r>
            <a:r>
              <a:rPr lang="en-US" dirty="0"/>
              <a:t> Brower </a:t>
            </a:r>
            <a:r>
              <a:rPr lang="th-TH" dirty="0"/>
              <a:t>ส่ง</a:t>
            </a:r>
            <a:r>
              <a:rPr lang="en-US" dirty="0"/>
              <a:t> request </a:t>
            </a:r>
            <a:r>
              <a:rPr lang="th-TH" dirty="0"/>
              <a:t>ไปที่</a:t>
            </a:r>
            <a:r>
              <a:rPr lang="en-US" dirty="0"/>
              <a:t> server</a:t>
            </a:r>
            <a:r>
              <a:rPr lang="th-TH" dirty="0"/>
              <a:t> เพื่อ</a:t>
            </a:r>
            <a:r>
              <a:rPr lang="en-US" dirty="0"/>
              <a:t> reload page</a:t>
            </a:r>
            <a:r>
              <a:rPr lang="th-TH" dirty="0"/>
              <a:t>ใหม่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D4D97-A9B1-4F02-B363-FA3ECA05B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092" y="2434911"/>
            <a:ext cx="7129227" cy="4116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B14469-D36C-1063-5E23-649C2FF2618B}"/>
              </a:ext>
            </a:extLst>
          </p:cNvPr>
          <p:cNvSpPr txBox="1"/>
          <p:nvPr/>
        </p:nvSpPr>
        <p:spPr>
          <a:xfrm>
            <a:off x="9801226" y="2827338"/>
            <a:ext cx="121919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Page routing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module 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CDB4E0-45A3-4E5C-08B8-0732D1833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28" y="2282511"/>
            <a:ext cx="6224693" cy="344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1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DA06-8872-FAF7-6B4D-E86C3A0D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92"/>
            <a:ext cx="10515600" cy="509082"/>
          </a:xfrm>
        </p:spPr>
        <p:txBody>
          <a:bodyPr>
            <a:normAutofit fontScale="90000"/>
          </a:bodyPr>
          <a:lstStyle/>
          <a:p>
            <a:r>
              <a:rPr lang="en-US" dirty="0"/>
              <a:t>https://onecompiler.com/html/44pzrqt8q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B14E7-E775-20CD-1D33-366C0E355DCC}"/>
              </a:ext>
            </a:extLst>
          </p:cNvPr>
          <p:cNvSpPr txBox="1"/>
          <p:nvPr/>
        </p:nvSpPr>
        <p:spPr>
          <a:xfrm>
            <a:off x="304799" y="948995"/>
            <a:ext cx="9705975" cy="2280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  &lt;a </a:t>
            </a:r>
            <a:r>
              <a:rPr lang="en-US" dirty="0" err="1"/>
              <a:t>href</a:t>
            </a:r>
            <a:r>
              <a:rPr lang="en-US" dirty="0"/>
              <a:t>="https://jsonplaceholder.typicode.com/"&gt;</a:t>
            </a:r>
            <a:r>
              <a:rPr lang="en-US" dirty="0" err="1"/>
              <a:t>JsonHolder</a:t>
            </a:r>
            <a:r>
              <a:rPr lang="en-US" dirty="0"/>
              <a:t>&lt;/a&gt;</a:t>
            </a:r>
          </a:p>
          <a:p>
            <a:r>
              <a:rPr lang="en-US" dirty="0"/>
              <a:t>  &lt;a </a:t>
            </a:r>
            <a:r>
              <a:rPr lang="en-US" dirty="0" err="1"/>
              <a:t>href</a:t>
            </a:r>
            <a:r>
              <a:rPr lang="en-US" dirty="0"/>
              <a:t>="https://www.bing.com/"&gt;bing&lt;/a&gt;</a:t>
            </a:r>
          </a:p>
          <a:p>
            <a:r>
              <a:rPr lang="en-US" dirty="0"/>
              <a:t>  &lt;form action="/login" method="post"&gt;</a:t>
            </a:r>
          </a:p>
          <a:p>
            <a:r>
              <a:rPr lang="en-US" dirty="0"/>
              <a:t>    &lt;input type="text" name="username"&gt;</a:t>
            </a:r>
          </a:p>
          <a:p>
            <a:r>
              <a:rPr lang="en-US" dirty="0"/>
              <a:t>    &lt;button type="submit"&gt;Login&lt;/button&gt;</a:t>
            </a:r>
          </a:p>
          <a:p>
            <a:r>
              <a:rPr lang="en-US" dirty="0"/>
              <a:t>  &lt;/form&gt;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function </a:t>
            </a:r>
            <a:r>
              <a:rPr lang="en-US" dirty="0" err="1"/>
              <a:t>jsonHandle</a:t>
            </a:r>
            <a:r>
              <a:rPr lang="en-US" dirty="0"/>
              <a:t>(event) {</a:t>
            </a:r>
          </a:p>
          <a:p>
            <a:r>
              <a:rPr lang="en-US" dirty="0"/>
              <a:t>    const target = </a:t>
            </a:r>
            <a:r>
              <a:rPr lang="en-US" dirty="0" err="1"/>
              <a:t>event.target</a:t>
            </a:r>
            <a:r>
              <a:rPr lang="en-US" dirty="0"/>
              <a:t>;</a:t>
            </a:r>
          </a:p>
          <a:p>
            <a:r>
              <a:rPr lang="en-US" dirty="0"/>
              <a:t>    const </a:t>
            </a:r>
            <a:r>
              <a:rPr lang="en-US" dirty="0" err="1"/>
              <a:t>url</a:t>
            </a:r>
            <a:r>
              <a:rPr lang="en-US" dirty="0"/>
              <a:t> = </a:t>
            </a:r>
            <a:r>
              <a:rPr lang="en-US" dirty="0" err="1"/>
              <a:t>target.getAttribute</a:t>
            </a:r>
            <a:r>
              <a:rPr lang="en-US" dirty="0"/>
              <a:t>("</a:t>
            </a:r>
            <a:r>
              <a:rPr lang="en-US" dirty="0" err="1"/>
              <a:t>href</a:t>
            </a:r>
            <a:r>
              <a:rPr lang="en-US" dirty="0"/>
              <a:t>");      </a:t>
            </a:r>
          </a:p>
          <a:p>
            <a:r>
              <a:rPr lang="en-US" dirty="0"/>
              <a:t>    </a:t>
            </a:r>
            <a:r>
              <a:rPr lang="en-US" dirty="0" err="1"/>
              <a:t>document.body.innerHTML</a:t>
            </a:r>
            <a:r>
              <a:rPr lang="en-US" dirty="0"/>
              <a:t> +=  "&lt;p&gt;</a:t>
            </a:r>
            <a:r>
              <a:rPr lang="en-US" dirty="0" err="1"/>
              <a:t>jsonHandle</a:t>
            </a:r>
            <a:r>
              <a:rPr lang="en-US" dirty="0"/>
              <a:t> :Current page = " + </a:t>
            </a:r>
            <a:r>
              <a:rPr lang="en-US" dirty="0" err="1"/>
              <a:t>url</a:t>
            </a:r>
            <a:r>
              <a:rPr lang="en-US" dirty="0"/>
              <a:t> + "&lt;/p&gt;";</a:t>
            </a:r>
          </a:p>
          <a:p>
            <a:r>
              <a:rPr lang="en-US" dirty="0"/>
              <a:t>  }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function </a:t>
            </a:r>
            <a:r>
              <a:rPr lang="en-US" dirty="0" err="1"/>
              <a:t>bingHandle</a:t>
            </a:r>
            <a:r>
              <a:rPr lang="en-US" dirty="0"/>
              <a:t>(event) {</a:t>
            </a:r>
          </a:p>
          <a:p>
            <a:r>
              <a:rPr lang="en-US" dirty="0"/>
              <a:t>    const target = </a:t>
            </a:r>
            <a:r>
              <a:rPr lang="en-US" dirty="0" err="1"/>
              <a:t>event.target</a:t>
            </a:r>
            <a:r>
              <a:rPr lang="en-US" dirty="0"/>
              <a:t>;</a:t>
            </a:r>
          </a:p>
          <a:p>
            <a:r>
              <a:rPr lang="en-US" dirty="0"/>
              <a:t>    const </a:t>
            </a:r>
            <a:r>
              <a:rPr lang="en-US" dirty="0" err="1"/>
              <a:t>url</a:t>
            </a:r>
            <a:r>
              <a:rPr lang="en-US" dirty="0"/>
              <a:t> = </a:t>
            </a:r>
            <a:r>
              <a:rPr lang="en-US" dirty="0" err="1"/>
              <a:t>target.getAttribute</a:t>
            </a:r>
            <a:r>
              <a:rPr lang="en-US" dirty="0"/>
              <a:t>("</a:t>
            </a:r>
            <a:r>
              <a:rPr lang="en-US" dirty="0" err="1"/>
              <a:t>href</a:t>
            </a:r>
            <a:r>
              <a:rPr lang="en-US" dirty="0"/>
              <a:t>");      </a:t>
            </a:r>
          </a:p>
          <a:p>
            <a:r>
              <a:rPr lang="en-US" dirty="0"/>
              <a:t>    </a:t>
            </a:r>
            <a:r>
              <a:rPr lang="en-US" dirty="0" err="1"/>
              <a:t>document.body.innerHTML</a:t>
            </a:r>
            <a:r>
              <a:rPr lang="en-US" dirty="0"/>
              <a:t> +=  "&lt;p&gt;</a:t>
            </a:r>
            <a:r>
              <a:rPr lang="en-US" dirty="0" err="1"/>
              <a:t>bingHandle:Current</a:t>
            </a:r>
            <a:r>
              <a:rPr lang="en-US" dirty="0"/>
              <a:t> page = " + </a:t>
            </a:r>
            <a:r>
              <a:rPr lang="en-US" dirty="0" err="1"/>
              <a:t>url</a:t>
            </a:r>
            <a:r>
              <a:rPr lang="en-US" dirty="0"/>
              <a:t> + "&lt;/p&gt;";</a:t>
            </a:r>
          </a:p>
          <a:p>
            <a:r>
              <a:rPr lang="en-US" dirty="0"/>
              <a:t>  }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function </a:t>
            </a:r>
            <a:r>
              <a:rPr lang="en-US" dirty="0" err="1"/>
              <a:t>AnchorTagHandle</a:t>
            </a:r>
            <a:r>
              <a:rPr lang="en-US" dirty="0"/>
              <a:t>( event ) {</a:t>
            </a:r>
          </a:p>
          <a:p>
            <a:r>
              <a:rPr lang="en-US" dirty="0"/>
              <a:t>      </a:t>
            </a:r>
            <a:r>
              <a:rPr lang="en-US" dirty="0" err="1"/>
              <a:t>event.preventDefault</a:t>
            </a:r>
            <a:r>
              <a:rPr lang="en-US" dirty="0"/>
              <a:t>(); //</a:t>
            </a:r>
          </a:p>
          <a:p>
            <a:r>
              <a:rPr lang="en-US" dirty="0"/>
              <a:t>      const target = </a:t>
            </a:r>
            <a:r>
              <a:rPr lang="en-US" dirty="0" err="1"/>
              <a:t>event.target</a:t>
            </a:r>
            <a:r>
              <a:rPr lang="en-US" dirty="0"/>
              <a:t>;</a:t>
            </a:r>
          </a:p>
          <a:p>
            <a:r>
              <a:rPr lang="en-US" dirty="0"/>
              <a:t>      const </a:t>
            </a:r>
            <a:r>
              <a:rPr lang="en-US" dirty="0" err="1"/>
              <a:t>url</a:t>
            </a:r>
            <a:r>
              <a:rPr lang="en-US" dirty="0"/>
              <a:t> = </a:t>
            </a:r>
            <a:r>
              <a:rPr lang="en-US" dirty="0" err="1"/>
              <a:t>target.getAttribute</a:t>
            </a:r>
            <a:r>
              <a:rPr lang="en-US" dirty="0"/>
              <a:t>("</a:t>
            </a:r>
            <a:r>
              <a:rPr lang="en-US" dirty="0" err="1"/>
              <a:t>href</a:t>
            </a:r>
            <a:r>
              <a:rPr lang="en-US" dirty="0"/>
              <a:t>");      </a:t>
            </a:r>
          </a:p>
          <a:p>
            <a:r>
              <a:rPr lang="en-US" dirty="0"/>
              <a:t>      console.log(  "Intercept </a:t>
            </a:r>
            <a:r>
              <a:rPr lang="en-US" dirty="0" err="1"/>
              <a:t>href</a:t>
            </a:r>
            <a:r>
              <a:rPr lang="en-US" dirty="0"/>
              <a:t> =",</a:t>
            </a:r>
            <a:r>
              <a:rPr lang="en-US" dirty="0" err="1"/>
              <a:t>url</a:t>
            </a:r>
            <a:r>
              <a:rPr lang="en-US" dirty="0"/>
              <a:t>);</a:t>
            </a:r>
          </a:p>
          <a:p>
            <a:r>
              <a:rPr lang="en-US" dirty="0"/>
              <a:t>      if ( </a:t>
            </a:r>
            <a:r>
              <a:rPr lang="en-US" dirty="0" err="1"/>
              <a:t>url</a:t>
            </a:r>
            <a:r>
              <a:rPr lang="en-US" dirty="0"/>
              <a:t> ==="https://jsonplaceholder.typicode.com/") {</a:t>
            </a:r>
          </a:p>
          <a:p>
            <a:r>
              <a:rPr lang="en-US" dirty="0"/>
              <a:t>        </a:t>
            </a:r>
            <a:r>
              <a:rPr lang="en-US" dirty="0" err="1"/>
              <a:t>jsonHandle</a:t>
            </a:r>
            <a:r>
              <a:rPr lang="en-US" dirty="0"/>
              <a:t>(event);</a:t>
            </a:r>
          </a:p>
          <a:p>
            <a:r>
              <a:rPr lang="en-US" dirty="0"/>
              <a:t>      }</a:t>
            </a:r>
          </a:p>
          <a:p>
            <a:r>
              <a:rPr lang="en-US" dirty="0"/>
              <a:t>      else if (</a:t>
            </a:r>
            <a:r>
              <a:rPr lang="en-US" dirty="0" err="1"/>
              <a:t>url</a:t>
            </a:r>
            <a:r>
              <a:rPr lang="en-US" dirty="0"/>
              <a:t> === "https://www.bing.com/") {</a:t>
            </a:r>
          </a:p>
          <a:p>
            <a:r>
              <a:rPr lang="en-US" dirty="0"/>
              <a:t>        </a:t>
            </a:r>
            <a:r>
              <a:rPr lang="en-US" dirty="0" err="1"/>
              <a:t>bingHandle</a:t>
            </a:r>
            <a:r>
              <a:rPr lang="en-US" dirty="0"/>
              <a:t>(event);</a:t>
            </a:r>
          </a:p>
          <a:p>
            <a:r>
              <a:rPr lang="en-US" dirty="0"/>
              <a:t>      }</a:t>
            </a:r>
          </a:p>
          <a:p>
            <a:r>
              <a:rPr lang="en-US" dirty="0"/>
              <a:t>  }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// intercept on tag click </a:t>
            </a:r>
          </a:p>
          <a:p>
            <a:r>
              <a:rPr lang="en-US" dirty="0"/>
              <a:t>  </a:t>
            </a:r>
            <a:r>
              <a:rPr lang="en-US" dirty="0" err="1"/>
              <a:t>document.addEventListener</a:t>
            </a:r>
            <a:r>
              <a:rPr lang="en-US" dirty="0"/>
              <a:t>("click", function(event) {</a:t>
            </a:r>
          </a:p>
          <a:p>
            <a:r>
              <a:rPr lang="en-US" dirty="0"/>
              <a:t>    const target = </a:t>
            </a:r>
            <a:r>
              <a:rPr lang="en-US" dirty="0" err="1"/>
              <a:t>event.target</a:t>
            </a:r>
            <a:r>
              <a:rPr lang="en-US" dirty="0"/>
              <a:t>;</a:t>
            </a:r>
          </a:p>
          <a:p>
            <a:r>
              <a:rPr lang="en-US" dirty="0"/>
              <a:t>    //check Anchor tag</a:t>
            </a:r>
          </a:p>
          <a:p>
            <a:r>
              <a:rPr lang="en-US" dirty="0"/>
              <a:t>    if (</a:t>
            </a:r>
            <a:r>
              <a:rPr lang="en-US" dirty="0" err="1"/>
              <a:t>target.tagName</a:t>
            </a:r>
            <a:r>
              <a:rPr lang="en-US" dirty="0"/>
              <a:t> === "A") {</a:t>
            </a:r>
          </a:p>
          <a:p>
            <a:r>
              <a:rPr lang="en-US" dirty="0"/>
              <a:t>      </a:t>
            </a:r>
            <a:r>
              <a:rPr lang="en-US" dirty="0" err="1"/>
              <a:t>AnchorTagHandle</a:t>
            </a:r>
            <a:r>
              <a:rPr lang="en-US" dirty="0"/>
              <a:t>(event);</a:t>
            </a:r>
          </a:p>
          <a:p>
            <a:r>
              <a:rPr lang="en-US" dirty="0"/>
              <a:t>    }</a:t>
            </a:r>
          </a:p>
          <a:p>
            <a:r>
              <a:rPr lang="en-US" dirty="0"/>
              <a:t>  } );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// intercept form submit </a:t>
            </a:r>
          </a:p>
          <a:p>
            <a:r>
              <a:rPr lang="en-US" dirty="0"/>
              <a:t>  </a:t>
            </a:r>
            <a:r>
              <a:rPr lang="en-US" dirty="0" err="1"/>
              <a:t>document.addEventListener</a:t>
            </a:r>
            <a:r>
              <a:rPr lang="en-US" dirty="0"/>
              <a:t>("</a:t>
            </a:r>
            <a:r>
              <a:rPr lang="en-US" dirty="0" err="1"/>
              <a:t>submit",function</a:t>
            </a:r>
            <a:r>
              <a:rPr lang="en-US" dirty="0"/>
              <a:t> ( event ) {</a:t>
            </a:r>
          </a:p>
          <a:p>
            <a:r>
              <a:rPr lang="en-US" dirty="0"/>
              <a:t>      const target = </a:t>
            </a:r>
            <a:r>
              <a:rPr lang="en-US" dirty="0" err="1"/>
              <a:t>event.target</a:t>
            </a:r>
            <a:r>
              <a:rPr lang="en-US" dirty="0"/>
              <a:t>;</a:t>
            </a:r>
          </a:p>
          <a:p>
            <a:r>
              <a:rPr lang="en-US" dirty="0"/>
              <a:t>      </a:t>
            </a:r>
            <a:r>
              <a:rPr lang="en-US" dirty="0" err="1"/>
              <a:t>event.preventDefault</a:t>
            </a:r>
            <a:r>
              <a:rPr lang="en-US" dirty="0"/>
              <a:t>();</a:t>
            </a:r>
          </a:p>
          <a:p>
            <a:r>
              <a:rPr lang="en-US" dirty="0"/>
              <a:t>      </a:t>
            </a:r>
          </a:p>
          <a:p>
            <a:r>
              <a:rPr lang="en-US" dirty="0"/>
              <a:t>      console.log("Intercept form submit");</a:t>
            </a:r>
          </a:p>
          <a:p>
            <a:r>
              <a:rPr lang="en-US" dirty="0"/>
              <a:t>      console.log("action =", </a:t>
            </a:r>
            <a:r>
              <a:rPr lang="en-US" dirty="0" err="1"/>
              <a:t>target.action</a:t>
            </a:r>
            <a:r>
              <a:rPr lang="en-US" dirty="0"/>
              <a:t>); // </a:t>
            </a:r>
            <a:r>
              <a:rPr lang="th-TH" dirty="0"/>
              <a:t>อ่าน </a:t>
            </a:r>
            <a:r>
              <a:rPr lang="en-US" dirty="0"/>
              <a:t>action</a:t>
            </a:r>
          </a:p>
          <a:p>
            <a:r>
              <a:rPr lang="en-US" dirty="0"/>
              <a:t>      console.log("method =", </a:t>
            </a:r>
            <a:r>
              <a:rPr lang="en-US" dirty="0" err="1"/>
              <a:t>target.method</a:t>
            </a:r>
            <a:r>
              <a:rPr lang="en-US" dirty="0"/>
              <a:t>); // </a:t>
            </a:r>
            <a:r>
              <a:rPr lang="th-TH" dirty="0"/>
              <a:t>อ่าน </a:t>
            </a:r>
            <a:r>
              <a:rPr lang="en-US" dirty="0"/>
              <a:t>method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     const </a:t>
            </a:r>
            <a:r>
              <a:rPr lang="en-US" dirty="0" err="1"/>
              <a:t>formData</a:t>
            </a:r>
            <a:r>
              <a:rPr lang="en-US" dirty="0"/>
              <a:t> = new </a:t>
            </a:r>
            <a:r>
              <a:rPr lang="en-US" dirty="0" err="1"/>
              <a:t>FormData</a:t>
            </a:r>
            <a:r>
              <a:rPr lang="en-US" dirty="0"/>
              <a:t>(target); // </a:t>
            </a:r>
            <a:r>
              <a:rPr lang="th-TH" dirty="0"/>
              <a:t>อ่านข้อมูล </a:t>
            </a:r>
            <a:r>
              <a:rPr lang="en-US" dirty="0"/>
              <a:t>form</a:t>
            </a:r>
          </a:p>
          <a:p>
            <a:r>
              <a:rPr lang="en-US" dirty="0"/>
              <a:t>      console.log("username =", </a:t>
            </a:r>
            <a:r>
              <a:rPr lang="en-US" dirty="0" err="1"/>
              <a:t>formData.get</a:t>
            </a:r>
            <a:r>
              <a:rPr lang="en-US" dirty="0"/>
              <a:t>("username"));</a:t>
            </a:r>
          </a:p>
          <a:p>
            <a:r>
              <a:rPr lang="en-US" dirty="0"/>
              <a:t>      </a:t>
            </a:r>
            <a:r>
              <a:rPr lang="en-US" dirty="0" err="1"/>
              <a:t>document.body.innerHTML</a:t>
            </a:r>
            <a:r>
              <a:rPr lang="en-US" dirty="0"/>
              <a:t> +=  "&lt;p&gt;Post page = " </a:t>
            </a:r>
          </a:p>
          <a:p>
            <a:r>
              <a:rPr lang="en-US" dirty="0"/>
              <a:t>                              + </a:t>
            </a:r>
            <a:r>
              <a:rPr lang="en-US" dirty="0" err="1"/>
              <a:t>target.action</a:t>
            </a:r>
            <a:r>
              <a:rPr lang="en-US" dirty="0"/>
              <a:t> </a:t>
            </a:r>
          </a:p>
          <a:p>
            <a:r>
              <a:rPr lang="en-US" dirty="0"/>
              <a:t>                              +" ("</a:t>
            </a:r>
          </a:p>
          <a:p>
            <a:r>
              <a:rPr lang="en-US" dirty="0"/>
              <a:t>                              +</a:t>
            </a:r>
            <a:r>
              <a:rPr lang="en-US" dirty="0" err="1"/>
              <a:t>formData.get</a:t>
            </a:r>
            <a:r>
              <a:rPr lang="en-US" dirty="0"/>
              <a:t>("username")</a:t>
            </a:r>
          </a:p>
          <a:p>
            <a:r>
              <a:rPr lang="en-US" dirty="0"/>
              <a:t>                              +")"</a:t>
            </a:r>
          </a:p>
          <a:p>
            <a:r>
              <a:rPr lang="en-US" dirty="0"/>
              <a:t>                              + "&lt;/p&gt;";</a:t>
            </a:r>
          </a:p>
          <a:p>
            <a:r>
              <a:rPr lang="en-US" dirty="0"/>
              <a:t>   } );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&lt;/script&gt;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D6F62-A26B-6BDD-EA11-0214E18A9BCD}"/>
              </a:ext>
            </a:extLst>
          </p:cNvPr>
          <p:cNvSpPr txBox="1"/>
          <p:nvPr/>
        </p:nvSpPr>
        <p:spPr>
          <a:xfrm>
            <a:off x="8209503" y="2391508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</a:t>
            </a:r>
            <a:r>
              <a:rPr lang="th-TH" dirty="0"/>
              <a:t>ทั้งหมดอยู่ใต้</a:t>
            </a:r>
            <a:r>
              <a:rPr lang="en-US" dirty="0"/>
              <a:t> node</a:t>
            </a:r>
            <a:r>
              <a:rPr lang="th-TH" dirty="0"/>
              <a:t> ด้านล่าง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72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3203</TotalTime>
  <Words>1305</Words>
  <Application>Microsoft Office PowerPoint</Application>
  <PresentationFormat>Widescreen</PresentationFormat>
  <Paragraphs>197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 (ตอน:หลักการ&amp;วิธีimplement page routing routine)</vt:lpstr>
      <vt:lpstr> การใช้ html tag การทำ menu item      </vt:lpstr>
      <vt:lpstr>Page routing (Dynamic page) </vt:lpstr>
      <vt:lpstr>แนวทางการพัฒนา WebApp</vt:lpstr>
      <vt:lpstr>Page routing: Server-Side Application (MPA)</vt:lpstr>
      <vt:lpstr>Page routing: SPA Client-Side Rendering (SPA-CSR)</vt:lpstr>
      <vt:lpstr>Page routing : SPA page intercept event process</vt:lpstr>
      <vt:lpstr>https://onecompiler.com/html/44pzrqt8q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66</cp:revision>
  <dcterms:created xsi:type="dcterms:W3CDTF">2026-05-16T02:50:47Z</dcterms:created>
  <dcterms:modified xsi:type="dcterms:W3CDTF">2026-05-25T08:16:24Z</dcterms:modified>
</cp:coreProperties>
</file>