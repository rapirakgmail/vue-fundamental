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327" r:id="rId6"/>
    <p:sldId id="319" r:id="rId7"/>
    <p:sldId id="325" r:id="rId8"/>
    <p:sldId id="318" r:id="rId9"/>
    <p:sldId id="317" r:id="rId10"/>
    <p:sldId id="321" r:id="rId11"/>
    <p:sldId id="322" r:id="rId12"/>
    <p:sldId id="323" r:id="rId13"/>
    <p:sldId id="324" r:id="rId14"/>
    <p:sldId id="320" r:id="rId15"/>
    <p:sldId id="32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327"/>
            <p14:sldId id="319"/>
            <p14:sldId id="325"/>
            <p14:sldId id="318"/>
            <p14:sldId id="317"/>
            <p14:sldId id="321"/>
            <p14:sldId id="322"/>
            <p14:sldId id="323"/>
            <p14:sldId id="324"/>
            <p14:sldId id="320"/>
            <p14:sldId id="329"/>
          </p14:sldIdLst>
        </p14:section>
        <p14:section name="Design, Morph, Annotate, Work Together, Tell Me" id="{B9B51309-D148-4332-87C2-07BE32FBCA3B}">
          <p14:sldIdLst/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3039" autoAdjust="0"/>
  </p:normalViewPr>
  <p:slideViewPr>
    <p:cSldViewPr snapToGrid="0">
      <p:cViewPr varScale="1">
        <p:scale>
          <a:sx n="79" d="100"/>
          <a:sy n="79" d="100"/>
        </p:scale>
        <p:origin x="169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19/05/2026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19/05/2026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9AF3-0761-AA48-EA41-9B4640C71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87E49-AE16-8FE8-A5D4-7B604D5DBE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B6573A-16B7-0B66-10E5-442D76BE64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CEAF2-ACF3-EA60-D850-012EBABC8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15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pinia.vuejs.org/#eNrNVU1v2zAM/SuCL3HWxmqbrQOKNEgb9LAdumHddvLFtZlErS0ZkpwGCPLfR33YUdKmC7DLLolFPZKPTxS1jm7qOlk2EF1FI5VLVmuiQDf1OOWsqoXUZCrwnwPXN4TMpKhIL6HGdmPceq9ht7uw2wOw6S5s6mEj6lhgflxoqOoy04ArQkYBE+osC9l+BekP702tZUSDsCmPTiPHbVBldfKkBEct1sYx9Rsqja6ItRgb8jTrNFpoXasrSvOCo1sBJVvKhIOmvK7oBGFUNlyzCgaFqCbD5FMyHNKCKR3aE1DV4FGKFwUSo6TRaZCHonEJciCBFyBBHpt3z20n997e4fw14yxzGan9Pgy1SQtYaiFKNchqdizR0GdymVwm57RkjxQTUYb8Vq8UGRRQHRO9hU7OkvOPyWcbdTn0QSsT1QTdpHyDx69VLviMzfcOP8e2YSXIb7Vmgu82QVaW4uWrtWnZQEcxX0D+/Ib9Sa0c6+8S7AkEZelMzkG77buHe1jhd7dZiaIpfcMd2PwBSpSN4ehgtw0vkHaAs2y/2F5mfP5T3a00cNUWZYhaNSzeymxuzKHSt3SHyTBQMavrBy0koIqoob/ua1LAjHGwO2Tjr7xtp+1MWBMJs1Ni9G40FB3MTYSUw8rC8JCUJo0CHFku3nUYPe4hg94pifvkemzoGm7OJxd44RCNaeKz/taOsSTPKhPIbPXmDSjdQ4CBUNox2noUonksUR4Xr92Pu5xGIonzU3KXNFlmZQPkA7mwStnQ5mvW8NxISxjPJVQ4mzCE9w8cT068wDs+OKB/eeax+ek823p81mtiFkEEzyzM43uk9fTLoExv6Xj6dcCh7YE+NkH3MBx+T9Y7R9iedULb/rFH7tRW/pQDh9hK+N4rsbgYdwOf3JARRYMrf/TYaI36TfKS5c/XaWTjJ8ERpNH4xOkyog7sYtZjUyxegrXjlHSds9mMqClu71nxUtjH75+keFeIo2W4bWXADcaxZ90hLgc4QaDslGirctOREAyXw0KU+FIgBgOB7DrFYcx76hWy3RJI5C5dq89b6tg3/z9QZ0ri3wxe+oFIvhwSLzPZP1iUBYYjIW4nQp8ETiFix/XedJBNEcL/2lubP3uHTnQ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9179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14CA-418E-AFC5-C3D3-BD6102480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507349-2825-0F02-1485-DBFDD8AAB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1C851-947A-D79C-EBF0-CF0F15CE2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3DA3-7E41-FB0B-EA8B-A7D80188B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84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83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import { </a:t>
            </a:r>
            <a:r>
              <a:rPr lang="en-US" dirty="0" err="1"/>
              <a:t>createApp</a:t>
            </a:r>
            <a:r>
              <a:rPr lang="en-US" dirty="0"/>
              <a:t>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r>
              <a:rPr lang="en-US" dirty="0"/>
              <a:t>import { </a:t>
            </a:r>
            <a:r>
              <a:rPr lang="en-US" dirty="0" err="1"/>
              <a:t>createPinia</a:t>
            </a:r>
            <a:r>
              <a:rPr lang="en-US" dirty="0"/>
              <a:t> } from '</a:t>
            </a:r>
            <a:r>
              <a:rPr lang="en-US" dirty="0" err="1"/>
              <a:t>pinia</a:t>
            </a:r>
            <a:r>
              <a:rPr lang="en-US" dirty="0"/>
              <a:t>' //import lib</a:t>
            </a:r>
          </a:p>
          <a:p>
            <a:r>
              <a:rPr lang="en-US" dirty="0"/>
              <a:t>import App from './</a:t>
            </a:r>
            <a:r>
              <a:rPr lang="en-US" dirty="0" err="1"/>
              <a:t>App.vue</a:t>
            </a:r>
            <a:r>
              <a:rPr lang="en-US" dirty="0"/>
              <a:t>’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const app = </a:t>
            </a:r>
            <a:r>
              <a:rPr lang="en-US" dirty="0" err="1"/>
              <a:t>createApp</a:t>
            </a:r>
            <a:r>
              <a:rPr lang="en-US" dirty="0"/>
              <a:t>(App)</a:t>
            </a:r>
          </a:p>
          <a:p>
            <a:r>
              <a:rPr lang="en-US" dirty="0"/>
              <a:t>const </a:t>
            </a:r>
            <a:r>
              <a:rPr lang="en-US" dirty="0" err="1"/>
              <a:t>pinia</a:t>
            </a:r>
            <a:r>
              <a:rPr lang="en-US" dirty="0"/>
              <a:t> = </a:t>
            </a:r>
            <a:r>
              <a:rPr lang="en-US" dirty="0" err="1"/>
              <a:t>createPinia</a:t>
            </a:r>
            <a:r>
              <a:rPr lang="en-US" dirty="0"/>
              <a:t>()   //</a:t>
            </a:r>
          </a:p>
          <a:p>
            <a:r>
              <a:rPr lang="en-US" dirty="0" err="1"/>
              <a:t>app.use</a:t>
            </a:r>
            <a:r>
              <a:rPr lang="en-US" dirty="0"/>
              <a:t>(</a:t>
            </a:r>
            <a:r>
              <a:rPr lang="en-US" dirty="0" err="1"/>
              <a:t>pinia</a:t>
            </a:r>
            <a:r>
              <a:rPr lang="en-US" dirty="0"/>
              <a:t>)         </a:t>
            </a:r>
          </a:p>
          <a:p>
            <a:endParaRPr lang="en-US" dirty="0"/>
          </a:p>
          <a:p>
            <a:r>
              <a:rPr lang="en-US" dirty="0" err="1"/>
              <a:t>app.mount</a:t>
            </a:r>
            <a:r>
              <a:rPr lang="en-US" dirty="0"/>
              <a:t>('#app')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8895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 {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defineStore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} from '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pinia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'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 { ref, computed } from '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'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 const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defineStore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('app', () =&gt; {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const count = ref(0)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const username = ref('guest')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// computed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const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= computed(() =&gt;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return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count.value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* 2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})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function increment()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count.value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function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setUsername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(name)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username.value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= name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return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count,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username,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increment,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setUsername</a:t>
            </a: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})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428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useAppStore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appStore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store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useAppStore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//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ประการใช้งาน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&lt;h2&gt;Component A &lt;/h2&gt;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&lt;button @click="store.increment()"&gt;+ count&lt;/button&gt;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&lt;p&gt;User: {{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store.username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}}&lt;/p&gt;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594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91C28-2990-BD51-D662-6F0DF6A9E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2F97C-0133-A4D3-6305-451A009F4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F9219-0122-F38F-4779-751E0531C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</a:t>
            </a:r>
            <a:r>
              <a:rPr lang="en-US" dirty="0" err="1"/>
              <a:t>useAppStore</a:t>
            </a:r>
            <a:r>
              <a:rPr lang="en-US" dirty="0"/>
              <a:t> } from './</a:t>
            </a:r>
            <a:r>
              <a:rPr lang="en-US" dirty="0" err="1"/>
              <a:t>appStore</a:t>
            </a:r>
            <a:r>
              <a:rPr lang="en-US" dirty="0"/>
              <a:t>'</a:t>
            </a:r>
          </a:p>
          <a:p>
            <a:r>
              <a:rPr lang="en-US" dirty="0"/>
              <a:t>const </a:t>
            </a:r>
            <a:r>
              <a:rPr lang="en-US" dirty="0" err="1"/>
              <a:t>storeB</a:t>
            </a:r>
            <a:r>
              <a:rPr lang="en-US" dirty="0"/>
              <a:t> = </a:t>
            </a:r>
            <a:r>
              <a:rPr lang="en-US" dirty="0" err="1"/>
              <a:t>useAppStore</a:t>
            </a:r>
            <a:r>
              <a:rPr lang="en-US" dirty="0"/>
              <a:t>()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&lt;h2&gt;Component B &lt;/h2&gt;</a:t>
            </a:r>
          </a:p>
          <a:p>
            <a:r>
              <a:rPr lang="en-US" dirty="0"/>
              <a:t>  &lt;input</a:t>
            </a:r>
          </a:p>
          <a:p>
            <a:r>
              <a:rPr lang="en-US" dirty="0"/>
              <a:t>    v-model="</a:t>
            </a:r>
            <a:r>
              <a:rPr lang="en-US" dirty="0" err="1"/>
              <a:t>storeB.username</a:t>
            </a:r>
            <a:r>
              <a:rPr lang="en-US" dirty="0"/>
              <a:t>"</a:t>
            </a:r>
          </a:p>
          <a:p>
            <a:r>
              <a:rPr lang="en-US" dirty="0"/>
              <a:t>    placeholder="enter username"</a:t>
            </a:r>
          </a:p>
          <a:p>
            <a:r>
              <a:rPr lang="en-US" dirty="0"/>
              <a:t>  /&gt;</a:t>
            </a:r>
          </a:p>
          <a:p>
            <a:endParaRPr lang="en-US" dirty="0"/>
          </a:p>
          <a:p>
            <a:r>
              <a:rPr lang="en-US" dirty="0"/>
              <a:t>  &lt;p&gt;Count: {{ </a:t>
            </a:r>
            <a:r>
              <a:rPr lang="en-US" dirty="0" err="1"/>
              <a:t>storeB.count</a:t>
            </a:r>
            <a:r>
              <a:rPr lang="en-US" dirty="0"/>
              <a:t> }}&lt;/p&gt;</a:t>
            </a:r>
          </a:p>
          <a:p>
            <a:r>
              <a:rPr lang="en-US" dirty="0"/>
              <a:t>&lt;/template&gt;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D83A3A-FE72-CD93-A286-3C543211E3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31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</a:t>
            </a:r>
            <a:r>
              <a:rPr lang="en-US" dirty="0" err="1"/>
              <a:t>useAppStore</a:t>
            </a:r>
            <a:r>
              <a:rPr lang="en-US" dirty="0"/>
              <a:t> } from './</a:t>
            </a:r>
            <a:r>
              <a:rPr lang="en-US" dirty="0" err="1"/>
              <a:t>appStore</a:t>
            </a:r>
            <a:r>
              <a:rPr lang="en-US" dirty="0"/>
              <a:t>'</a:t>
            </a:r>
          </a:p>
          <a:p>
            <a:r>
              <a:rPr lang="en-US" dirty="0"/>
              <a:t>const store = </a:t>
            </a:r>
            <a:r>
              <a:rPr lang="en-US" dirty="0" err="1"/>
              <a:t>useAppStore</a:t>
            </a:r>
            <a:r>
              <a:rPr lang="en-US" dirty="0"/>
              <a:t>()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&lt;h2&gt;Component C (View) &lt;/h2&gt;</a:t>
            </a:r>
          </a:p>
          <a:p>
            <a:r>
              <a:rPr lang="en-US" dirty="0"/>
              <a:t>  &lt;p&gt;Count (var): {{ </a:t>
            </a:r>
            <a:r>
              <a:rPr lang="en-US" dirty="0" err="1"/>
              <a:t>store.count</a:t>
            </a:r>
            <a:r>
              <a:rPr lang="en-US" dirty="0"/>
              <a:t> }}&lt;/p&gt;</a:t>
            </a:r>
          </a:p>
          <a:p>
            <a:r>
              <a:rPr lang="en-US" dirty="0"/>
              <a:t>  &lt;p&gt;</a:t>
            </a:r>
            <a:r>
              <a:rPr lang="en-US" dirty="0" err="1"/>
              <a:t>doubleCount</a:t>
            </a:r>
            <a:r>
              <a:rPr lang="en-US" dirty="0"/>
              <a:t> (computed) : {{ </a:t>
            </a:r>
            <a:r>
              <a:rPr lang="en-US" dirty="0" err="1"/>
              <a:t>store.doubleCount</a:t>
            </a:r>
            <a:r>
              <a:rPr lang="en-US" dirty="0"/>
              <a:t> }}&lt;/p&gt;</a:t>
            </a:r>
          </a:p>
          <a:p>
            <a:r>
              <a:rPr lang="en-US" dirty="0"/>
              <a:t>  &lt;p&gt;Name (var) : {{ </a:t>
            </a:r>
            <a:r>
              <a:rPr lang="en-US" dirty="0" err="1"/>
              <a:t>store.username</a:t>
            </a:r>
            <a:r>
              <a:rPr lang="en-US" dirty="0"/>
              <a:t> }}&lt;/p&gt;</a:t>
            </a:r>
          </a:p>
          <a:p>
            <a:endParaRPr lang="en-US" dirty="0"/>
          </a:p>
          <a:p>
            <a:r>
              <a:rPr lang="en-US" dirty="0"/>
              <a:t>&lt;/template&gt;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67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</a:t>
            </a:r>
            <a:r>
              <a:rPr lang="en-US" dirty="0" err="1"/>
              <a:t>ComponentA</a:t>
            </a:r>
            <a:r>
              <a:rPr lang="en-US" dirty="0"/>
              <a:t>  from './</a:t>
            </a:r>
            <a:r>
              <a:rPr lang="en-US" dirty="0" err="1"/>
              <a:t>CompA.vue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ComponentB</a:t>
            </a:r>
            <a:r>
              <a:rPr lang="en-US" dirty="0"/>
              <a:t>  from './</a:t>
            </a:r>
            <a:r>
              <a:rPr lang="en-US" dirty="0" err="1"/>
              <a:t>CompB.vue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ComponentC</a:t>
            </a:r>
            <a:r>
              <a:rPr lang="en-US" dirty="0"/>
              <a:t>  from './</a:t>
            </a:r>
            <a:r>
              <a:rPr lang="en-US" dirty="0" err="1"/>
              <a:t>CompC.vue</a:t>
            </a:r>
            <a:r>
              <a:rPr lang="en-US" dirty="0"/>
              <a:t>'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</a:t>
            </a:r>
            <a:r>
              <a:rPr lang="en-US" dirty="0" err="1"/>
              <a:t>ComponentA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hr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ComponentB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hr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ComponentC</a:t>
            </a:r>
            <a:r>
              <a:rPr lang="en-US" dirty="0"/>
              <a:t> /&gt;</a:t>
            </a:r>
          </a:p>
          <a:p>
            <a:r>
              <a:rPr lang="en-US" dirty="0"/>
              <a:t>&lt;/template&gt;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5678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play.pinia.vuejs.org/#eNrNVU1v2zAM/SuCL3HWxmqbrQOKNEgb9LAdumHddvLFtZlErS0ZkpwGCPLfR33YUdKmC7DLLolFPZKPTxS1jm7qOlk2EF1FI5VLVmuiQDf1OOWsqoXUZCrwnwPXN4TMpKhIL6HGdmPceq9ht7uw2wOw6S5s6mEj6lhgflxoqOoy04ArQkYBE+osC9l+BekP702tZUSDsCmPTiPHbVBldfKkBEct1sYx9Rsqja6ItRgb8jTrNFpoXasrSvOCo1sBJVvKhIOmvK7oBGFUNlyzCgaFqCbD5FMyHNKCKR3aE1DV4FGKFwUSo6TRaZCHonEJciCBFyBBHpt3z20n997e4fw14yxzGan9Pgy1SQtYaiFKNchqdizR0GdymVwm57RkjxQTUYb8Vq8UGRRQHRO9hU7OkvOPyWcbdTn0QSsT1QTdpHyDx69VLviMzfcOP8e2YSXIb7Vmgu82QVaW4uWrtWnZQEcxX0D+/Ib9Sa0c6+8S7AkEZelMzkG77buHe1jhd7dZiaIpfcMd2PwBSpSN4ehgtw0vkHaAs2y/2F5mfP5T3a00cNUWZYhaNSzeymxuzKHSt3SHyTBQMavrBy0koIqoob/ua1LAjHGwO2Tjr7xtp+1MWBMJs1Ni9G40FB3MTYSUw8rC8JCUJo0CHFku3nUYPe4hg94pifvkemzoGm7OJxd44RCNaeKz/taOsSTPKhPIbPXmDSjdQ4CBUNox2noUonksUR4Xr92Pu5xGIonzU3KXNFlmZQPkA7mwStnQ5mvW8NxISxjPJVQ4mzCE9w8cT068wDs+OKB/eeax+ek823p81mtiFkEEzyzM43uk9fTLoExv6Xj6dcCh7YE+NkH3MBx+T9Y7R9iedULb/rFH7tRW/pQDh9hK+N4rsbgYdwOf3JARRYMrf/TYaI36TfKS5c/XaWTjJ8ERpNH4xOkyog7sYtZjUyxegrXjlHSds9mMqClu71nxUtjH75+keFeIo2W4bWXADcaxZ90hLgc4QaDslGirctOREAyXw0KU+FIgBgOB7DrFYcx76hWy3RJI5C5dq89b6tg3/z9QZ0ri3wxe+oFIvhwSLzPZP1iUBYYjIW4nQp8ETiFix/XedJBNEcL/2lubP3uHTnQ=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057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19/05/2026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19/05/2026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inia.vuejs.org/introduction.ht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onecompiler.com/vue/44pqqgpxj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619" y="1309041"/>
            <a:ext cx="10962373" cy="1167459"/>
          </a:xfrm>
        </p:spPr>
        <p:txBody>
          <a:bodyPr anchor="ctr" anchorCtr="0">
            <a:noAutofit/>
          </a:bodyPr>
          <a:lstStyle/>
          <a:p>
            <a:pPr algn="ctr"/>
            <a:br>
              <a:rPr lang="en-US" sz="5400" b="1" dirty="0">
                <a:solidFill>
                  <a:schemeClr val="bg1"/>
                </a:solidFill>
              </a:rPr>
            </a:br>
            <a:r>
              <a:rPr lang="en-US" sz="5400" b="1" dirty="0" err="1">
                <a:solidFill>
                  <a:schemeClr val="bg2">
                    <a:lumMod val="10000"/>
                  </a:schemeClr>
                </a:solidFill>
              </a:rPr>
              <a:t>Pinia</a:t>
            </a:r>
            <a:r>
              <a:rPr lang="en-US" sz="5400" b="1" dirty="0">
                <a:solidFill>
                  <a:schemeClr val="bg2">
                    <a:lumMod val="10000"/>
                  </a:schemeClr>
                </a:solidFill>
              </a:rPr>
              <a:t> library</a:t>
            </a:r>
            <a:r>
              <a:rPr lang="en-US" sz="5400" b="1" dirty="0">
                <a:solidFill>
                  <a:schemeClr val="bg1"/>
                </a:solidFill>
              </a:rPr>
              <a:t> (</a:t>
            </a:r>
            <a:r>
              <a:rPr lang="th-TH" sz="5400" b="1" dirty="0">
                <a:solidFill>
                  <a:schemeClr val="bg1"/>
                </a:solidFill>
              </a:rPr>
              <a:t>ตย</a:t>
            </a:r>
            <a:r>
              <a:rPr lang="en-US" sz="5400" b="1" dirty="0">
                <a:solidFill>
                  <a:schemeClr val="bg1"/>
                </a:solidFill>
              </a:rPr>
              <a:t>.</a:t>
            </a:r>
            <a:r>
              <a:rPr lang="th-TH" sz="5400" b="1" dirty="0">
                <a:solidFill>
                  <a:schemeClr val="bg1"/>
                </a:solidFill>
              </a:rPr>
              <a:t>การใช้งาน</a:t>
            </a:r>
            <a:r>
              <a:rPr lang="en-US" sz="5400" b="1" dirty="0">
                <a:solidFill>
                  <a:schemeClr val="bg1"/>
                </a:solidFill>
              </a:rPr>
              <a:t>)</a:t>
            </a:r>
            <a:br>
              <a:rPr lang="en-US" sz="5400" b="1" dirty="0">
                <a:solidFill>
                  <a:schemeClr val="bg1"/>
                </a:solidFill>
              </a:rPr>
            </a:br>
            <a:endParaRPr lang="en-US" sz="54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6B6D56-4D2B-F7A8-4BD9-DDE618484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48" y="4978384"/>
            <a:ext cx="2333704" cy="9334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15BEFB-BE32-C483-381B-14003D7A30D1}"/>
              </a:ext>
            </a:extLst>
          </p:cNvPr>
          <p:cNvSpPr txBox="1"/>
          <p:nvPr/>
        </p:nvSpPr>
        <p:spPr>
          <a:xfrm>
            <a:off x="1384300" y="2686735"/>
            <a:ext cx="9652000" cy="156966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th-TH" sz="4800" b="1" dirty="0">
                <a:solidFill>
                  <a:srgbClr val="00B050"/>
                </a:solidFill>
              </a:rPr>
              <a:t>สามารถฝึกปฏิบัติแบบออนไลน์จาก </a:t>
            </a:r>
            <a:r>
              <a:rPr lang="en-US" sz="4800" b="1" dirty="0">
                <a:solidFill>
                  <a:srgbClr val="00B050"/>
                </a:solidFill>
              </a:rPr>
              <a:t>source code </a:t>
            </a:r>
            <a:endParaRPr lang="th-TH" sz="4800" b="1" dirty="0">
              <a:solidFill>
                <a:srgbClr val="00B050"/>
              </a:solidFill>
            </a:endParaRPr>
          </a:p>
          <a:p>
            <a:r>
              <a:rPr lang="th-TH" sz="4800" b="1" dirty="0">
                <a:solidFill>
                  <a:srgbClr val="00B050"/>
                </a:solidFill>
              </a:rPr>
              <a:t>ผ่านลิงก์ในคำอธิบายใต้คลิป </a:t>
            </a:r>
            <a:r>
              <a:rPr lang="en-US" sz="4800" b="1" dirty="0">
                <a:solidFill>
                  <a:srgbClr val="00B050"/>
                </a:solidFill>
              </a:rPr>
              <a:t>YouTube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697FB-02F0-C3AB-2A30-0637C541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5ECD-E38F-4AE9-A17F-0E21F3BE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>
            <a:normAutofit/>
          </a:bodyPr>
          <a:lstStyle/>
          <a:p>
            <a:r>
              <a:rPr lang="en-US" b="1" dirty="0" err="1"/>
              <a:t>Pinia</a:t>
            </a:r>
            <a:r>
              <a:rPr lang="en-US" b="1" dirty="0"/>
              <a:t> library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69EBD2-178B-0A80-08D3-6E9DEC1EAC65}"/>
              </a:ext>
            </a:extLst>
          </p:cNvPr>
          <p:cNvSpPr txBox="1">
            <a:spLocks/>
          </p:cNvSpPr>
          <p:nvPr/>
        </p:nvSpPr>
        <p:spPr>
          <a:xfrm>
            <a:off x="202127" y="1557496"/>
            <a:ext cx="11950117" cy="149720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en-US" dirty="0"/>
              <a:t>1. </a:t>
            </a:r>
            <a:r>
              <a:rPr lang="en-US" b="1" dirty="0" err="1"/>
              <a:t>Pinia</a:t>
            </a:r>
            <a:r>
              <a:rPr lang="en-US" b="1" dirty="0"/>
              <a:t> </a:t>
            </a:r>
            <a:r>
              <a:rPr lang="en-US" dirty="0"/>
              <a:t>is a store library for Vue, it allows you to </a:t>
            </a:r>
            <a:r>
              <a:rPr lang="en-US" b="1" u="sng" dirty="0">
                <a:solidFill>
                  <a:srgbClr val="FF0000"/>
                </a:solidFill>
              </a:rPr>
              <a:t>share a state across components</a:t>
            </a:r>
            <a:r>
              <a:rPr lang="en-US" dirty="0"/>
              <a:t>/pages. </a:t>
            </a:r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     </a:t>
            </a:r>
            <a:r>
              <a:rPr lang="en-US" sz="2000" b="1" dirty="0">
                <a:hlinkClick r:id="rId3"/>
              </a:rPr>
              <a:t>https://pinia.vuejs.org/introduction.html</a:t>
            </a:r>
            <a:endParaRPr lang="en-US" sz="2000" b="1" dirty="0"/>
          </a:p>
          <a:p>
            <a:pPr lvl="1"/>
            <a:endParaRPr lang="en-US" sz="2000" b="1" dirty="0"/>
          </a:p>
          <a:p>
            <a:pPr lvl="1"/>
            <a:endParaRPr lang="en-US" sz="2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53150C-FFD6-AD72-65B0-8569FDD44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448" y="2862116"/>
            <a:ext cx="6336395" cy="3437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13841F-62A8-0B72-E9B2-076513F446F2}"/>
              </a:ext>
            </a:extLst>
          </p:cNvPr>
          <p:cNvSpPr txBox="1"/>
          <p:nvPr/>
        </p:nvSpPr>
        <p:spPr>
          <a:xfrm>
            <a:off x="8289890" y="3205424"/>
            <a:ext cx="328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dirty="0"/>
              <a:t>การ</a:t>
            </a:r>
            <a:r>
              <a:rPr lang="en-US" dirty="0"/>
              <a:t> share </a:t>
            </a:r>
            <a:r>
              <a:rPr lang="th-TH" dirty="0"/>
              <a:t>หรือ</a:t>
            </a:r>
            <a:endParaRPr lang="en-US" dirty="0"/>
          </a:p>
          <a:p>
            <a:r>
              <a:rPr lang="th-TH" dirty="0"/>
              <a:t>การสร้างตัวแปร</a:t>
            </a:r>
            <a:r>
              <a:rPr lang="en-US" dirty="0"/>
              <a:t> global state variable</a:t>
            </a:r>
          </a:p>
        </p:txBody>
      </p:sp>
    </p:spTree>
    <p:extLst>
      <p:ext uri="{BB962C8B-B14F-4D97-AF65-F5344CB8AC3E}">
        <p14:creationId xmlns:p14="http://schemas.microsoft.com/office/powerpoint/2010/main" val="1534355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8B0A8F-AAD6-F260-BA52-4B4E7770B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314" y="271022"/>
            <a:ext cx="4953691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12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8751-60BD-3D44-CA3E-809CA8C4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7D82-4A17-E94D-62C6-3FBFFF23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953" y="448056"/>
            <a:ext cx="6877119" cy="640080"/>
          </a:xfrm>
        </p:spPr>
        <p:txBody>
          <a:bodyPr>
            <a:normAutofit/>
          </a:bodyPr>
          <a:lstStyle/>
          <a:p>
            <a:r>
              <a:rPr lang="en-US" b="1" dirty="0" err="1"/>
              <a:t>Pinia</a:t>
            </a:r>
            <a:r>
              <a:rPr lang="en-US" b="1" dirty="0"/>
              <a:t> library</a:t>
            </a:r>
            <a:endParaRPr lang="nl-NL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E17244-CB8F-6387-8FE2-2C3B5F5FD2EE}"/>
              </a:ext>
            </a:extLst>
          </p:cNvPr>
          <p:cNvSpPr txBox="1">
            <a:spLocks/>
          </p:cNvSpPr>
          <p:nvPr/>
        </p:nvSpPr>
        <p:spPr>
          <a:xfrm>
            <a:off x="202127" y="1310641"/>
            <a:ext cx="11950117" cy="4894682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th-TH" sz="2800" b="1" dirty="0"/>
              <a:t>ขั้นตอนการใช้</a:t>
            </a:r>
            <a:r>
              <a:rPr lang="en-US" sz="2800" b="1" dirty="0"/>
              <a:t> </a:t>
            </a:r>
            <a:r>
              <a:rPr lang="en-US" sz="2800" b="1" dirty="0" err="1"/>
              <a:t>Pinia</a:t>
            </a:r>
            <a:endParaRPr lang="th-TH" sz="28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1.</a:t>
            </a:r>
            <a:r>
              <a:rPr lang="th-TH" sz="2000" b="1" dirty="0"/>
              <a:t> ติดตั้ง</a:t>
            </a:r>
            <a:r>
              <a:rPr lang="en-US" sz="2000" b="1" dirty="0"/>
              <a:t> package </a:t>
            </a:r>
            <a:endParaRPr lang="th-TH" sz="2800" b="1" dirty="0"/>
          </a:p>
          <a:p>
            <a:pPr lvl="1"/>
            <a:r>
              <a:rPr lang="en-US" sz="2000" b="1" dirty="0"/>
              <a:t>		1.1</a:t>
            </a:r>
          </a:p>
          <a:p>
            <a:pPr lvl="1"/>
            <a:r>
              <a:rPr lang="en-US" sz="2000" b="1" dirty="0"/>
              <a:t>			</a:t>
            </a:r>
            <a:r>
              <a:rPr lang="en-US" sz="2000" b="1" dirty="0" err="1"/>
              <a:t>npm</a:t>
            </a:r>
            <a:r>
              <a:rPr lang="en-US" sz="2000" b="1" dirty="0"/>
              <a:t> install </a:t>
            </a:r>
            <a:r>
              <a:rPr lang="en-US" sz="2000" b="1" dirty="0" err="1"/>
              <a:t>pinia</a:t>
            </a:r>
            <a:endParaRPr lang="en-US" sz="2000" b="1" dirty="0"/>
          </a:p>
          <a:p>
            <a:pPr lvl="1"/>
            <a:r>
              <a:rPr lang="en-US" sz="2000" b="1" dirty="0"/>
              <a:t>			</a:t>
            </a:r>
          </a:p>
          <a:p>
            <a:pPr lvl="1"/>
            <a:r>
              <a:rPr lang="th-TH" sz="2000" b="1" dirty="0"/>
              <a:t>		</a:t>
            </a:r>
            <a:r>
              <a:rPr lang="en-US" sz="2000" b="1" dirty="0"/>
              <a:t>1.2 add </a:t>
            </a:r>
            <a:r>
              <a:rPr lang="en-US" sz="2000" dirty="0"/>
              <a:t>dependencies</a:t>
            </a:r>
            <a:r>
              <a:rPr lang="th-TH" sz="2000" b="1" dirty="0"/>
              <a:t> ใน</a:t>
            </a:r>
            <a:r>
              <a:rPr lang="en-US" sz="2000" b="1" dirty="0"/>
              <a:t> </a:t>
            </a:r>
            <a:r>
              <a:rPr lang="en-US" sz="2000" dirty="0" err="1"/>
              <a:t>package.json</a:t>
            </a:r>
            <a:endParaRPr lang="en-US" sz="2000" b="1" dirty="0"/>
          </a:p>
          <a:p>
            <a:pPr lvl="1"/>
            <a:r>
              <a:rPr lang="en-US" sz="2000" b="1" dirty="0"/>
              <a:t>			"dependencies": {</a:t>
            </a:r>
          </a:p>
          <a:p>
            <a:pPr lvl="1"/>
            <a:r>
              <a:rPr lang="en-US" sz="2000" b="1" dirty="0"/>
              <a:t> 				 "</a:t>
            </a:r>
            <a:r>
              <a:rPr lang="en-US" sz="2000" b="1" dirty="0" err="1"/>
              <a:t>vue</a:t>
            </a:r>
            <a:r>
              <a:rPr lang="en-US" sz="2000" b="1" dirty="0"/>
              <a:t>": "^3.3.11",</a:t>
            </a:r>
          </a:p>
          <a:p>
            <a:pPr lvl="1"/>
            <a:r>
              <a:rPr lang="en-US" sz="2000" b="1" dirty="0"/>
              <a:t>  				"</a:t>
            </a:r>
            <a:r>
              <a:rPr lang="en-US" sz="2000" b="1" dirty="0" err="1"/>
              <a:t>pinia</a:t>
            </a:r>
            <a:r>
              <a:rPr lang="en-US" sz="2000" b="1" dirty="0"/>
              <a:t>": "^3.0.0"</a:t>
            </a:r>
          </a:p>
          <a:p>
            <a:pPr lvl="1"/>
            <a:r>
              <a:rPr lang="en-US" sz="2000" b="1" dirty="0"/>
              <a:t>			}</a:t>
            </a:r>
            <a:endParaRPr lang="th-TH" sz="2000" b="1" dirty="0"/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  2. </a:t>
            </a:r>
            <a:r>
              <a:rPr lang="th-TH" sz="2000" b="1" dirty="0"/>
              <a:t>สร้าง</a:t>
            </a:r>
            <a:r>
              <a:rPr lang="en-US" sz="2000" b="1" dirty="0"/>
              <a:t> </a:t>
            </a:r>
            <a:r>
              <a:rPr lang="th-TH" sz="2000" b="1" dirty="0"/>
              <a:t>ตัวแปร</a:t>
            </a:r>
            <a:r>
              <a:rPr lang="en-US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Share Storage  </a:t>
            </a:r>
            <a:r>
              <a:rPr lang="th-TH" sz="2000" b="1" dirty="0"/>
              <a:t>ด้วยฟังก์ชัน   </a:t>
            </a:r>
            <a:r>
              <a:rPr lang="en-US" sz="2000" b="1" dirty="0" err="1"/>
              <a:t>defineStore</a:t>
            </a:r>
            <a:endParaRPr lang="th-TH" sz="2000" b="1" dirty="0"/>
          </a:p>
          <a:p>
            <a:pPr lvl="1"/>
            <a:endParaRPr lang="th-TH" sz="2000" b="1" dirty="0"/>
          </a:p>
          <a:p>
            <a:pPr lvl="1"/>
            <a:r>
              <a:rPr lang="en-US" sz="2000" b="1" dirty="0"/>
              <a:t>  3. </a:t>
            </a:r>
            <a:r>
              <a:rPr lang="th-TH" sz="2000" b="1" dirty="0"/>
              <a:t>สร้าง</a:t>
            </a:r>
            <a:r>
              <a:rPr lang="en-US" sz="2000" b="1" dirty="0"/>
              <a:t> </a:t>
            </a:r>
            <a:r>
              <a:rPr lang="th-TH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instance </a:t>
            </a:r>
            <a:r>
              <a:rPr lang="th-TH" sz="2000" b="1" dirty="0"/>
              <a:t>เพื่อเข้าถึง ตัวแปร</a:t>
            </a:r>
            <a:r>
              <a:rPr lang="en-US" sz="2000" b="1" dirty="0"/>
              <a:t> </a:t>
            </a:r>
            <a:r>
              <a:rPr lang="en-US" sz="2000" b="1" dirty="0" err="1"/>
              <a:t>Pinia</a:t>
            </a:r>
            <a:r>
              <a:rPr lang="en-US" sz="2000" b="1" dirty="0"/>
              <a:t> Share Storage </a:t>
            </a:r>
            <a:endParaRPr lang="th-TH" sz="2000" b="1" dirty="0"/>
          </a:p>
          <a:p>
            <a:pPr lvl="1"/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41616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80788-31B3-E318-D316-BC4F319B9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package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E56D3E-512C-8F6F-69AA-454CF68B30F3}"/>
              </a:ext>
            </a:extLst>
          </p:cNvPr>
          <p:cNvSpPr txBox="1"/>
          <p:nvPr/>
        </p:nvSpPr>
        <p:spPr>
          <a:xfrm>
            <a:off x="3047163" y="1353239"/>
            <a:ext cx="609432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"name":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"version": "0.0.0",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"private": true,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"type": "module",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"scripts": {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"dev":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"build":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"preview":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"dependencies": {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800" b="0" kern="1200" dirty="0" err="1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pinia</a:t>
            </a:r>
            <a:r>
              <a:rPr lang="en-US" sz="1800" b="0" kern="1200" dirty="0">
                <a:solidFill>
                  <a:srgbClr val="FF0000"/>
                </a:solidFill>
                <a:effectLst/>
                <a:latin typeface="+mn-lt"/>
                <a:ea typeface="+mn-ea"/>
                <a:cs typeface="+mn-cs"/>
              </a:rPr>
              <a:t>": "^3.0.0"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"@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  "</a:t>
            </a:r>
            <a:r>
              <a:rPr lang="en-US" sz="18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}</a:t>
            </a:r>
          </a:p>
          <a:p>
            <a:r>
              <a:rPr lang="en-US" sz="18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8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C60BE-9EB6-DF76-111A-4B860DEEEAAC}"/>
              </a:ext>
            </a:extLst>
          </p:cNvPr>
          <p:cNvSpPr txBox="1"/>
          <p:nvPr/>
        </p:nvSpPr>
        <p:spPr>
          <a:xfrm>
            <a:off x="4038600" y="415408"/>
            <a:ext cx="2533650" cy="369332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pina-compiler-proj.zip </a:t>
            </a:r>
          </a:p>
        </p:txBody>
      </p:sp>
    </p:spTree>
    <p:extLst>
      <p:ext uri="{BB962C8B-B14F-4D97-AF65-F5344CB8AC3E}">
        <p14:creationId xmlns:p14="http://schemas.microsoft.com/office/powerpoint/2010/main" val="734429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2793-B3C7-A908-C766-B3DB03E70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FFEA58-E310-F0A4-3F65-FA8D36CA82A8}"/>
              </a:ext>
            </a:extLst>
          </p:cNvPr>
          <p:cNvSpPr txBox="1"/>
          <p:nvPr/>
        </p:nvSpPr>
        <p:spPr>
          <a:xfrm>
            <a:off x="3047162" y="1987651"/>
            <a:ext cx="66210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import { </a:t>
            </a:r>
            <a:r>
              <a:rPr lang="en-US" dirty="0" err="1"/>
              <a:t>createApp</a:t>
            </a:r>
            <a:r>
              <a:rPr lang="en-US" dirty="0"/>
              <a:t>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r>
              <a:rPr lang="en-US" dirty="0"/>
              <a:t>import { </a:t>
            </a:r>
            <a:r>
              <a:rPr lang="en-US" dirty="0" err="1"/>
              <a:t>createPinia</a:t>
            </a:r>
            <a:r>
              <a:rPr lang="en-US" dirty="0"/>
              <a:t> } from '</a:t>
            </a:r>
            <a:r>
              <a:rPr lang="en-US" dirty="0" err="1"/>
              <a:t>pinia</a:t>
            </a:r>
            <a:r>
              <a:rPr lang="en-US" dirty="0"/>
              <a:t>' //import lib</a:t>
            </a:r>
          </a:p>
          <a:p>
            <a:r>
              <a:rPr lang="en-US" dirty="0"/>
              <a:t>import App from './</a:t>
            </a:r>
            <a:r>
              <a:rPr lang="en-US" dirty="0" err="1"/>
              <a:t>App.vue</a:t>
            </a:r>
            <a:r>
              <a:rPr lang="en-US" dirty="0"/>
              <a:t>'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const app = </a:t>
            </a:r>
            <a:r>
              <a:rPr lang="en-US" dirty="0" err="1"/>
              <a:t>createApp</a:t>
            </a:r>
            <a:r>
              <a:rPr lang="en-US" dirty="0"/>
              <a:t>(App)</a:t>
            </a:r>
          </a:p>
          <a:p>
            <a:r>
              <a:rPr lang="en-US" dirty="0">
                <a:solidFill>
                  <a:srgbClr val="FF0000"/>
                </a:solidFill>
              </a:rPr>
              <a:t>const </a:t>
            </a:r>
            <a:r>
              <a:rPr lang="en-US" dirty="0" err="1">
                <a:solidFill>
                  <a:srgbClr val="FF0000"/>
                </a:solidFill>
              </a:rPr>
              <a:t>pinia</a:t>
            </a:r>
            <a:r>
              <a:rPr lang="en-US" dirty="0">
                <a:solidFill>
                  <a:srgbClr val="FF0000"/>
                </a:solidFill>
              </a:rPr>
              <a:t> = </a:t>
            </a:r>
            <a:r>
              <a:rPr lang="en-US" dirty="0" err="1">
                <a:solidFill>
                  <a:srgbClr val="FF0000"/>
                </a:solidFill>
              </a:rPr>
              <a:t>createPinia</a:t>
            </a:r>
            <a:r>
              <a:rPr lang="en-US" dirty="0">
                <a:solidFill>
                  <a:srgbClr val="FF0000"/>
                </a:solidFill>
              </a:rPr>
              <a:t>()   //binding </a:t>
            </a:r>
          </a:p>
          <a:p>
            <a:r>
              <a:rPr lang="en-US" dirty="0" err="1">
                <a:solidFill>
                  <a:srgbClr val="FF0000"/>
                </a:solidFill>
              </a:rPr>
              <a:t>app.use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pinia</a:t>
            </a:r>
            <a:r>
              <a:rPr lang="en-US" dirty="0">
                <a:solidFill>
                  <a:srgbClr val="FF0000"/>
                </a:solidFill>
              </a:rPr>
              <a:t>)         </a:t>
            </a:r>
          </a:p>
          <a:p>
            <a:endParaRPr lang="en-US" dirty="0"/>
          </a:p>
          <a:p>
            <a:r>
              <a:rPr lang="en-US" dirty="0" err="1"/>
              <a:t>app.mount</a:t>
            </a:r>
            <a:r>
              <a:rPr lang="en-US" dirty="0"/>
              <a:t>('#app')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577120-D319-4D5D-8472-4A4D46CA3E04}"/>
              </a:ext>
            </a:extLst>
          </p:cNvPr>
          <p:cNvSpPr txBox="1"/>
          <p:nvPr/>
        </p:nvSpPr>
        <p:spPr>
          <a:xfrm>
            <a:off x="4230624" y="451104"/>
            <a:ext cx="4311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https://onecompiler.com/vue/44pqqgpxj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303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40F1-51DF-5CD1-45D9-6BF804C1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appStore.js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53E4EE-B723-6B44-2919-0A130B5409F7}"/>
              </a:ext>
            </a:extLst>
          </p:cNvPr>
          <p:cNvSpPr txBox="1"/>
          <p:nvPr/>
        </p:nvSpPr>
        <p:spPr>
          <a:xfrm>
            <a:off x="3084841" y="140679"/>
            <a:ext cx="7415683" cy="65701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defineStore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pinia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vue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defineStore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'app'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'guest'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computed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computed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})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setUsername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AE554-ACCA-A27F-0B03-2438C013986B}"/>
              </a:ext>
            </a:extLst>
          </p:cNvPr>
          <p:cNvSpPr txBox="1"/>
          <p:nvPr/>
        </p:nvSpPr>
        <p:spPr>
          <a:xfrm>
            <a:off x="356107" y="3111500"/>
            <a:ext cx="2353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</a:t>
            </a:r>
            <a:r>
              <a:rPr lang="th-TH" dirty="0"/>
              <a:t>สร้าง</a:t>
            </a:r>
            <a:r>
              <a:rPr lang="en-US" dirty="0"/>
              <a:t> storage</a:t>
            </a:r>
            <a:r>
              <a:rPr lang="th-TH" dirty="0"/>
              <a:t> ชื่อ </a:t>
            </a:r>
            <a:r>
              <a:rPr lang="en-US" dirty="0"/>
              <a:t>“app”</a:t>
            </a:r>
          </a:p>
        </p:txBody>
      </p:sp>
    </p:spTree>
    <p:extLst>
      <p:ext uri="{BB962C8B-B14F-4D97-AF65-F5344CB8AC3E}">
        <p14:creationId xmlns:p14="http://schemas.microsoft.com/office/powerpoint/2010/main" val="283582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90345-31D6-2BBA-C8F7-14FD3BDEC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CompA.vue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90BB1-524D-BD5D-5C5C-B27B2BD086E5}"/>
              </a:ext>
            </a:extLst>
          </p:cNvPr>
          <p:cNvSpPr txBox="1"/>
          <p:nvPr/>
        </p:nvSpPr>
        <p:spPr>
          <a:xfrm>
            <a:off x="587831" y="1446353"/>
            <a:ext cx="7654332" cy="41395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en-US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appStore</a:t>
            </a:r>
            <a:r>
              <a:rPr lang="en-US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 //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ประการใช้งาน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storage</a:t>
            </a:r>
            <a:r>
              <a:rPr lang="th-TH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instance</a:t>
            </a: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Component A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@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click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="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increment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+count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User: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34A69B-8AAA-4D86-8595-ED007FF92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53" y="2424019"/>
            <a:ext cx="3190006" cy="190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45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4645-B81A-571E-3039-A0784A889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5A1B0-7491-E719-DF48-9DE23775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CompB.vue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409E6A-29A3-FE44-DC70-9394266A43F0}"/>
              </a:ext>
            </a:extLst>
          </p:cNvPr>
          <p:cNvSpPr txBox="1"/>
          <p:nvPr/>
        </p:nvSpPr>
        <p:spPr>
          <a:xfrm>
            <a:off x="1397976" y="1446353"/>
            <a:ext cx="60943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{ </a:t>
            </a:r>
            <a:r>
              <a:rPr lang="en-US" dirty="0" err="1"/>
              <a:t>useAppStore</a:t>
            </a:r>
            <a:r>
              <a:rPr lang="en-US" dirty="0"/>
              <a:t> } from './</a:t>
            </a:r>
            <a:r>
              <a:rPr lang="en-US" dirty="0" err="1"/>
              <a:t>appStore</a:t>
            </a:r>
            <a:r>
              <a:rPr lang="en-US" dirty="0"/>
              <a:t>'</a:t>
            </a:r>
          </a:p>
          <a:p>
            <a:r>
              <a:rPr lang="en-US" dirty="0"/>
              <a:t>const store = </a:t>
            </a:r>
            <a:r>
              <a:rPr lang="en-US" dirty="0" err="1"/>
              <a:t>useAppStore</a:t>
            </a:r>
            <a:r>
              <a:rPr lang="en-US" dirty="0"/>
              <a:t>()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&lt;h2&gt;Component B &lt;/h2&gt;</a:t>
            </a:r>
          </a:p>
          <a:p>
            <a:r>
              <a:rPr lang="en-US" dirty="0"/>
              <a:t>  &lt;input</a:t>
            </a:r>
          </a:p>
          <a:p>
            <a:r>
              <a:rPr lang="en-US" dirty="0"/>
              <a:t>    v-model="</a:t>
            </a:r>
            <a:r>
              <a:rPr lang="en-US" dirty="0" err="1"/>
              <a:t>store.username</a:t>
            </a:r>
            <a:r>
              <a:rPr lang="en-US" dirty="0"/>
              <a:t>"</a:t>
            </a:r>
          </a:p>
          <a:p>
            <a:r>
              <a:rPr lang="en-US" dirty="0"/>
              <a:t>    placeholder="enter username"</a:t>
            </a:r>
          </a:p>
          <a:p>
            <a:r>
              <a:rPr lang="en-US" dirty="0"/>
              <a:t>  /&gt;</a:t>
            </a:r>
          </a:p>
          <a:p>
            <a:endParaRPr lang="en-US" dirty="0"/>
          </a:p>
          <a:p>
            <a:r>
              <a:rPr lang="en-US" dirty="0"/>
              <a:t>  &lt;p&gt;Count: {{ </a:t>
            </a:r>
            <a:r>
              <a:rPr lang="en-US" dirty="0" err="1"/>
              <a:t>store.count</a:t>
            </a:r>
            <a:r>
              <a:rPr lang="en-US" dirty="0"/>
              <a:t> }}&lt;/p&gt;</a:t>
            </a:r>
          </a:p>
          <a:p>
            <a:r>
              <a:rPr lang="en-US" dirty="0"/>
              <a:t>&lt;/template&gt;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75EA1-259A-BF58-6283-C7693DDF0E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3998" y="2189287"/>
            <a:ext cx="3436353" cy="218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062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49543-1481-4636-69A2-9518AE1D1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CompC.Vue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C012E-44A2-6F20-3CCA-D20376F67145}"/>
              </a:ext>
            </a:extLst>
          </p:cNvPr>
          <p:cNvSpPr txBox="1"/>
          <p:nvPr/>
        </p:nvSpPr>
        <p:spPr>
          <a:xfrm>
            <a:off x="195943" y="1861851"/>
            <a:ext cx="7805058" cy="423616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'./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</a:rPr>
              <a:t>appStore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</a:t>
            </a:r>
            <a:endParaRPr lang="en-US" b="0" dirty="0">
              <a:solidFill>
                <a:srgbClr val="CE9178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useAppStore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80808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script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Component C (View)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Count (var):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(computed)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doubleCount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Name (var) : {{ 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username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}}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39A05-2DC1-9D2C-C3F1-09B9F78AD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26" y="1861851"/>
            <a:ext cx="4686936" cy="327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186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27E74-04F1-4BB0-AAB8-C2B1CBA1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App.vue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567831-33E0-9883-2FA5-FD8E670EC2AC}"/>
              </a:ext>
            </a:extLst>
          </p:cNvPr>
          <p:cNvSpPr txBox="1"/>
          <p:nvPr/>
        </p:nvSpPr>
        <p:spPr>
          <a:xfrm>
            <a:off x="973433" y="1446353"/>
            <a:ext cx="60943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&lt;script setup&gt;</a:t>
            </a:r>
          </a:p>
          <a:p>
            <a:r>
              <a:rPr lang="en-US" dirty="0"/>
              <a:t>import </a:t>
            </a:r>
            <a:r>
              <a:rPr lang="en-US" dirty="0" err="1"/>
              <a:t>ComponentA</a:t>
            </a:r>
            <a:r>
              <a:rPr lang="en-US" dirty="0"/>
              <a:t>  from './</a:t>
            </a:r>
            <a:r>
              <a:rPr lang="en-US" dirty="0" err="1"/>
              <a:t>CompA.vue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ComponentB</a:t>
            </a:r>
            <a:r>
              <a:rPr lang="en-US" dirty="0"/>
              <a:t>  from './</a:t>
            </a:r>
            <a:r>
              <a:rPr lang="en-US" dirty="0" err="1"/>
              <a:t>CompB.vue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ComponentC</a:t>
            </a:r>
            <a:r>
              <a:rPr lang="en-US" dirty="0"/>
              <a:t>  from './</a:t>
            </a:r>
            <a:r>
              <a:rPr lang="en-US" dirty="0" err="1"/>
              <a:t>CompC.vue</a:t>
            </a:r>
            <a:r>
              <a:rPr lang="en-US" dirty="0"/>
              <a:t>'</a:t>
            </a:r>
          </a:p>
          <a:p>
            <a:r>
              <a:rPr lang="en-US" dirty="0"/>
              <a:t>&lt;/script&gt;</a:t>
            </a:r>
          </a:p>
          <a:p>
            <a:endParaRPr lang="en-US" dirty="0"/>
          </a:p>
          <a:p>
            <a:r>
              <a:rPr lang="en-US" dirty="0"/>
              <a:t>&lt;template&gt;</a:t>
            </a:r>
          </a:p>
          <a:p>
            <a:r>
              <a:rPr lang="en-US" dirty="0"/>
              <a:t>  &lt;</a:t>
            </a:r>
            <a:r>
              <a:rPr lang="en-US" dirty="0" err="1"/>
              <a:t>ComponentA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hr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ComponentB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hr</a:t>
            </a:r>
            <a:r>
              <a:rPr lang="en-US" dirty="0"/>
              <a:t> /&gt;</a:t>
            </a:r>
          </a:p>
          <a:p>
            <a:r>
              <a:rPr lang="en-US" dirty="0"/>
              <a:t>  &lt;</a:t>
            </a:r>
            <a:r>
              <a:rPr lang="en-US" dirty="0" err="1"/>
              <a:t>ComponentC</a:t>
            </a:r>
            <a:r>
              <a:rPr lang="en-US" dirty="0"/>
              <a:t> /&gt;</a:t>
            </a:r>
          </a:p>
          <a:p>
            <a:r>
              <a:rPr lang="en-US" dirty="0"/>
              <a:t>&lt;/template&gt;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09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BA68-1A7E-D8C5-BC2C-6B32492E3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14A815-D0F1-31CC-2CB0-71F6F623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" y="581406"/>
            <a:ext cx="12192000" cy="46500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1627EC-A2EE-BFB0-CA56-7DDF49B9C21B}"/>
              </a:ext>
            </a:extLst>
          </p:cNvPr>
          <p:cNvSpPr txBox="1"/>
          <p:nvPr/>
        </p:nvSpPr>
        <p:spPr>
          <a:xfrm>
            <a:off x="314325" y="805934"/>
            <a:ext cx="2924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pina-playground-proj.zip </a:t>
            </a:r>
          </a:p>
        </p:txBody>
      </p:sp>
    </p:spTree>
    <p:extLst>
      <p:ext uri="{BB962C8B-B14F-4D97-AF65-F5344CB8AC3E}">
        <p14:creationId xmlns:p14="http://schemas.microsoft.com/office/powerpoint/2010/main" val="30135485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{0A4678A9-783C-4CAF-B8D9-4F496E21560C}TF2989475c-5427-4edb-9ec1-00f4ce72165b77c8433f_win32-c33c42577f73</Template>
  <TotalTime>17556</TotalTime>
  <Words>1663</Words>
  <Application>Microsoft Office PowerPoint</Application>
  <PresentationFormat>Widescreen</PresentationFormat>
  <Paragraphs>324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Consolas</vt:lpstr>
      <vt:lpstr>Segoe UI</vt:lpstr>
      <vt:lpstr>Segoe UI Light</vt:lpstr>
      <vt:lpstr>Custom</vt:lpstr>
      <vt:lpstr> Pinia library (ตย.การใช้งาน) </vt:lpstr>
      <vt:lpstr>Pinia library</vt:lpstr>
      <vt:lpstr>PowerPoint Presentation</vt:lpstr>
      <vt:lpstr>Pinia library</vt:lpstr>
      <vt:lpstr>Add package</vt:lpstr>
      <vt:lpstr>Main.js</vt:lpstr>
      <vt:lpstr>appStore.js </vt:lpstr>
      <vt:lpstr>CompA.vue</vt:lpstr>
      <vt:lpstr>CompB.vue</vt:lpstr>
      <vt:lpstr>CompC.Vue</vt:lpstr>
      <vt:lpstr>App.vue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keywords/>
  <cp:lastModifiedBy>rapirak jirayu</cp:lastModifiedBy>
  <cp:revision>151</cp:revision>
  <dcterms:created xsi:type="dcterms:W3CDTF">2026-02-24T13:07:23Z</dcterms:created>
  <dcterms:modified xsi:type="dcterms:W3CDTF">2026-05-19T09:05:19Z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