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314" r:id="rId6"/>
    <p:sldId id="316" r:id="rId7"/>
    <p:sldId id="310" r:id="rId8"/>
    <p:sldId id="31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4"/>
            <p14:sldId id="316"/>
            <p14:sldId id="310"/>
            <p14:sldId id="317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87234" autoAdjust="0"/>
  </p:normalViewPr>
  <p:slideViewPr>
    <p:cSldViewPr snapToGrid="0">
      <p:cViewPr varScale="1">
        <p:scale>
          <a:sx n="92" d="100"/>
          <a:sy n="92" d="100"/>
        </p:scale>
        <p:origin x="114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12/05/2026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lay.vuejs.org/#__PROD__eNqlVc1q20AQfpWpLnLAkfJ3KK4T2qQ5pJAm9Oemi6wdO0qkXbG7chyCoYVC+wal7a3QUym0hYDyNnqUzu5Kjh2SkFBdtDvzzc438420596zogjGJXo9r68SmRYaFOqy2Io4QJoXQmrYOUozBkMpcvCD0O5MiD8HOQeJQ5g2oNaZCK7ovCNxOsziEWwaUGcYZwqXIt4PXT7KRBuNeZHFGm3evss4Xk6Hm5HXxkfeVt9ld6BBqbXg8DTJ0uRkDkd5Hs3F2PwhF9q8+6GLMif0w7mkXtfTivgO01FwrASnfpybLJGXiLxIM5QHhU6pnsjrgfUYX5xl4vSFtWlZYre1J0eYnNxgP1YTY4u8Q4kK5Rgjb+bTsRyhdu7d1y9xQuuZMxeszAh9h/MVKpGVhqODbZecEe05nGW7ZwVL+eiN2p1o5KotyhA1yKnFRx6JuHNH6Vd014MNGxfxKXVxNh43TNT8sHRB8G0cCon7ouS6K7h9I+uCS3H1tMC3PG+gzQrZtZFzA5erdtZ8f+lJazXyXxtB5xIZBpkYdfyVwBK1MREPw9XAUqJeweFRrJC6Sta6+lFXH+vqc139ri/f1dXXurqoq+919QUSavEgTk6grt7Xl5/q6hdZLfSCtjBmRDXlpLyG+vJDXX2zcX/oPBhIcYoSnh/sU5aF1nQAOkuwudX0foHyarAAtdQJE4am2mAcZyVSzU7aKbSFrQX3LOKnxRl+Dy3C1NAI2rmV/ZprMDLi7VQPQyfWQEyINxNJmSPXAU3aboZmuX22xzp+fkYAnxS0IbQOlD6jUw3tkaQz2Y7IhKQjfEmnU+1W7TBcD5rR+V9RXRsk5mKM5CDrX3Jfa8DC2N7ehvWZiA3UtIO+sRnrjYfrdS9+s8/odm4bxG0Gs+PlSN39/2bpGFJG/2QrVOS5L9pqRMaBkAxlD9aKCVCmlMGA5tRNbvNcCbmcGCV7MJKIfAFTxIyRjD1YXSkmi9E2wbKMWVqqHjw2bs8yI24pL0o9f7dEHu3oH4qZIazozoDQlRFSHbRavCim/wADnb0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7B35-D450-B19F-8A95-D147AE1B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2892F-699E-024C-CFE5-AE918EF60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0FA13-3966-7DBD-5B52-76D0F8856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56FB7-FB21-212C-A343-BF4E96FCC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48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02741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br>
              <a:rPr lang="en-US" sz="36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Virtual DOM &amp;DOM in VUE Lifecycle:</a:t>
            </a:r>
            <a:br>
              <a:rPr lang="en-US" sz="3600" b="1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US" sz="3600" b="1" dirty="0" err="1">
                <a:solidFill>
                  <a:schemeClr val="bg2">
                    <a:lumMod val="10000"/>
                  </a:schemeClr>
                </a:solidFill>
              </a:rPr>
              <a:t>Mounting&amp;Ummonting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 Phase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2F5E-B528-257B-A152-674CA2EA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307380"/>
            <a:ext cx="6877119" cy="640080"/>
          </a:xfrm>
        </p:spPr>
        <p:txBody>
          <a:bodyPr>
            <a:normAutofit/>
          </a:bodyPr>
          <a:lstStyle/>
          <a:p>
            <a:r>
              <a:rPr lang="nl-NL" b="1" dirty="0"/>
              <a:t>HTML DOM (Document Object Model)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06298-102E-B2BD-C490-A40169C7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82" y="1232062"/>
            <a:ext cx="8992855" cy="4572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F156F-05DB-D9BC-B1B7-159A262B5701}"/>
              </a:ext>
            </a:extLst>
          </p:cNvPr>
          <p:cNvSpPr txBox="1"/>
          <p:nvPr/>
        </p:nvSpPr>
        <p:spPr>
          <a:xfrm>
            <a:off x="1197639" y="6229980"/>
            <a:ext cx="762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https://www.geeksforgeeks.org/javascript/dom-document-object-model/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A76D2-19DC-EC5C-F738-EBFD1C9476A8}"/>
              </a:ext>
            </a:extLst>
          </p:cNvPr>
          <p:cNvSpPr txBox="1"/>
          <p:nvPr/>
        </p:nvSpPr>
        <p:spPr>
          <a:xfrm>
            <a:off x="1386671" y="5898383"/>
            <a:ext cx="1027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Vue : create DOM  Based component concept</a:t>
            </a:r>
          </a:p>
        </p:txBody>
      </p:sp>
    </p:spTree>
    <p:extLst>
      <p:ext uri="{BB962C8B-B14F-4D97-AF65-F5344CB8AC3E}">
        <p14:creationId xmlns:p14="http://schemas.microsoft.com/office/powerpoint/2010/main" val="22271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71A2-BB8A-88C5-B17E-5889EBA67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07864"/>
            <a:ext cx="9346273" cy="640080"/>
          </a:xfrm>
        </p:spPr>
        <p:txBody>
          <a:bodyPr>
            <a:normAutofit fontScale="90000"/>
          </a:bodyPr>
          <a:lstStyle/>
          <a:p>
            <a:r>
              <a:rPr lang="th-TH" b="1" dirty="0"/>
              <a:t>แนวคิด</a:t>
            </a:r>
            <a:r>
              <a:rPr lang="en-US" b="1" dirty="0"/>
              <a:t> COMPONENT </a:t>
            </a:r>
            <a:r>
              <a:rPr lang="th-TH" b="1" dirty="0"/>
              <a:t>ของ</a:t>
            </a:r>
            <a:r>
              <a:rPr lang="en-US" b="1" dirty="0"/>
              <a:t> VUE : Virtual  </a:t>
            </a:r>
            <a:r>
              <a:rPr lang="en-US" dirty="0"/>
              <a:t>DOM (VDOM)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BCB9D-1086-FBE4-ACD6-DA37B842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6" y="1173998"/>
            <a:ext cx="10557152" cy="3709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1FC407-0E70-BFA0-D965-4F24C38AF6D5}"/>
              </a:ext>
            </a:extLst>
          </p:cNvPr>
          <p:cNvSpPr txBox="1"/>
          <p:nvPr/>
        </p:nvSpPr>
        <p:spPr>
          <a:xfrm>
            <a:off x="3519438" y="4768497"/>
            <a:ext cx="2248316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function render() {</a:t>
            </a:r>
          </a:p>
          <a:p>
            <a:r>
              <a:rPr lang="pt-BR" dirty="0">
                <a:solidFill>
                  <a:srgbClr val="FF0000"/>
                </a:solidFill>
              </a:rPr>
              <a:t>  return h('div', [</a:t>
            </a:r>
          </a:p>
          <a:p>
            <a:r>
              <a:rPr lang="pt-BR" dirty="0">
                <a:solidFill>
                  <a:srgbClr val="FF0000"/>
                </a:solidFill>
              </a:rPr>
              <a:t>    h('h1', 'Hello'),</a:t>
            </a:r>
          </a:p>
          <a:p>
            <a:r>
              <a:rPr lang="pt-BR" dirty="0">
                <a:solidFill>
                  <a:srgbClr val="FF0000"/>
                </a:solidFill>
              </a:rPr>
              <a:t>    h('p', msg)</a:t>
            </a:r>
          </a:p>
          <a:p>
            <a:r>
              <a:rPr lang="pt-BR" dirty="0">
                <a:solidFill>
                  <a:srgbClr val="FF0000"/>
                </a:solidFill>
              </a:rPr>
              <a:t>  ])</a:t>
            </a:r>
          </a:p>
          <a:p>
            <a:r>
              <a:rPr lang="pt-BR" dirty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CD046-80E0-8472-1B95-AB5DE6218684}"/>
              </a:ext>
            </a:extLst>
          </p:cNvPr>
          <p:cNvSpPr txBox="1"/>
          <p:nvPr/>
        </p:nvSpPr>
        <p:spPr>
          <a:xfrm>
            <a:off x="6684676" y="4963778"/>
            <a:ext cx="257990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div</a:t>
            </a:r>
          </a:p>
          <a:p>
            <a:r>
              <a:rPr lang="en-US" dirty="0"/>
              <a:t> ├── h1</a:t>
            </a:r>
          </a:p>
          <a:p>
            <a:r>
              <a:rPr lang="en-US" dirty="0"/>
              <a:t> │    </a:t>
            </a:r>
            <a:r>
              <a:rPr lang="th-TH" dirty="0"/>
              <a:t>    </a:t>
            </a:r>
            <a:r>
              <a:rPr lang="en-US" dirty="0"/>
              <a:t>└── "Hello"</a:t>
            </a:r>
          </a:p>
          <a:p>
            <a:r>
              <a:rPr lang="en-US" dirty="0"/>
              <a:t> └── p</a:t>
            </a:r>
          </a:p>
          <a:p>
            <a:r>
              <a:rPr lang="en-US" dirty="0"/>
              <a:t>    </a:t>
            </a:r>
            <a:r>
              <a:rPr lang="th-TH" dirty="0"/>
              <a:t>      </a:t>
            </a:r>
            <a:r>
              <a:rPr lang="en-US" dirty="0"/>
              <a:t>  └── msg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3CDBD-20A0-011B-9A51-0C1663E43286}"/>
              </a:ext>
            </a:extLst>
          </p:cNvPr>
          <p:cNvSpPr txBox="1"/>
          <p:nvPr/>
        </p:nvSpPr>
        <p:spPr>
          <a:xfrm>
            <a:off x="738563" y="5031934"/>
            <a:ext cx="2125217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&lt;div&gt;</a:t>
            </a:r>
          </a:p>
          <a:p>
            <a:r>
              <a:rPr lang="en-US" dirty="0"/>
              <a:t>  &lt;h1&gt;Hello&lt;/h1&gt;</a:t>
            </a:r>
          </a:p>
          <a:p>
            <a:r>
              <a:rPr lang="en-US" dirty="0"/>
              <a:t>  &lt;p&gt;{{ msg }}&lt;/p&gt;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41671F-2B59-1886-AF45-99916FADB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87" y="2910331"/>
            <a:ext cx="1517301" cy="1037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24C082-63DE-7273-F710-68AF14B8C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65" y="2708387"/>
            <a:ext cx="2510136" cy="198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31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b="1" dirty="0"/>
              <a:t>กระบวนการ</a:t>
            </a:r>
            <a:r>
              <a:rPr lang="en-US" b="1" dirty="0"/>
              <a:t> render component </a:t>
            </a:r>
            <a:r>
              <a:rPr lang="th-TH" b="1" dirty="0"/>
              <a:t>ของ</a:t>
            </a:r>
            <a:r>
              <a:rPr lang="en-US" b="1" dirty="0"/>
              <a:t> VUE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8A15A6-F226-8E3A-F86B-BF468F682754}"/>
              </a:ext>
            </a:extLst>
          </p:cNvPr>
          <p:cNvSpPr txBox="1">
            <a:spLocks/>
          </p:cNvSpPr>
          <p:nvPr/>
        </p:nvSpPr>
        <p:spPr>
          <a:xfrm>
            <a:off x="202127" y="0"/>
            <a:ext cx="11950117" cy="669041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sz="3200" b="1" dirty="0"/>
              <a:t>Creation Phase: </a:t>
            </a:r>
          </a:p>
          <a:p>
            <a:pPr lvl="1"/>
            <a:r>
              <a:rPr lang="en-US" sz="2200" dirty="0"/>
              <a:t>	Component is initialized, but </a:t>
            </a:r>
            <a:r>
              <a:rPr lang="en-US" sz="2200" b="1" dirty="0"/>
              <a:t>not yet in DOM</a:t>
            </a:r>
          </a:p>
          <a:p>
            <a:pPr marL="514350" indent="-514350">
              <a:buAutoNum type="arabicPeriod"/>
            </a:pP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</a:p>
          <a:p>
            <a:pPr lvl="1"/>
            <a:r>
              <a:rPr lang="en-US" sz="2200" dirty="0"/>
              <a:t>		</a:t>
            </a:r>
          </a:p>
          <a:p>
            <a:pPr lvl="1"/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Updating Phase: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	</a:t>
            </a: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</a:p>
          <a:p>
            <a:pPr lvl="1"/>
            <a:r>
              <a:rPr lang="en-US" sz="2200" dirty="0"/>
              <a:t>	Component is removed from DOM</a:t>
            </a:r>
            <a:endParaRPr lang="en-US" sz="2200" b="1" dirty="0"/>
          </a:p>
          <a:p>
            <a:endParaRPr lang="en-US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8107E-F36F-3892-7005-98789F36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257" y="3218487"/>
            <a:ext cx="1195897" cy="81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0C2767-EAE9-4B76-FB60-DBB2490F3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046" y="2579254"/>
            <a:ext cx="1939473" cy="1530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93DA91-2EF3-D525-50EB-EE4D33D99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22038"/>
            <a:ext cx="1758748" cy="1387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7AD51-2856-C462-6A39-6C8E6F3C4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099" y="5013943"/>
            <a:ext cx="2054535" cy="127483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EA17B37-C1BB-67A0-6151-FEE90827EA84}"/>
              </a:ext>
            </a:extLst>
          </p:cNvPr>
          <p:cNvSpPr/>
          <p:nvPr/>
        </p:nvSpPr>
        <p:spPr>
          <a:xfrm>
            <a:off x="5385916" y="3429000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2B30780-AEA7-3F6F-7CB3-7275E0929F9A}"/>
              </a:ext>
            </a:extLst>
          </p:cNvPr>
          <p:cNvSpPr/>
          <p:nvPr/>
        </p:nvSpPr>
        <p:spPr>
          <a:xfrm>
            <a:off x="8110695" y="5651361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DFD4-37D4-59CE-5518-AF5DC918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7CBA-DB3C-1CF6-E1E3-E7547C28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257138"/>
            <a:ext cx="6877119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VUE3 Hook Function :</a:t>
            </a:r>
            <a:r>
              <a:rPr lang="th-TH" b="1" dirty="0"/>
              <a:t> </a:t>
            </a:r>
            <a:r>
              <a:rPr lang="en-US" b="1" dirty="0" err="1"/>
              <a:t>Mounting&amp;Unmounting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6578FE-2A9A-54F9-2F7B-3A6B257AFC13}"/>
              </a:ext>
            </a:extLst>
          </p:cNvPr>
          <p:cNvSpPr txBox="1">
            <a:spLocks/>
          </p:cNvSpPr>
          <p:nvPr/>
        </p:nvSpPr>
        <p:spPr>
          <a:xfrm>
            <a:off x="202127" y="924447"/>
            <a:ext cx="11950117" cy="41381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</a:p>
          <a:p>
            <a:pPr lvl="1"/>
            <a:r>
              <a:rPr lang="en-US" sz="2200" b="1" dirty="0"/>
              <a:t>	</a:t>
            </a:r>
          </a:p>
          <a:p>
            <a:pPr lvl="1"/>
            <a:endParaRPr lang="en-US" sz="2200" b="1" dirty="0"/>
          </a:p>
          <a:p>
            <a:pPr lvl="1"/>
            <a:endParaRPr lang="en-US" sz="2200" b="1" dirty="0"/>
          </a:p>
          <a:p>
            <a:pPr lvl="1"/>
            <a:endParaRPr lang="en-US" sz="2200" b="1" dirty="0"/>
          </a:p>
          <a:p>
            <a:pPr lvl="1"/>
            <a:endParaRPr lang="en-US" sz="2200" b="1" dirty="0"/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</a:p>
          <a:p>
            <a:pPr lvl="1"/>
            <a:r>
              <a:rPr lang="en-US" sz="2200" b="1" dirty="0"/>
              <a:t>	Component is removed from DOM</a:t>
            </a:r>
          </a:p>
          <a:p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C115E-6A3C-7DDB-1E8F-F62DEC87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61" y="2306719"/>
            <a:ext cx="1517301" cy="1037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83EBC-9F91-3511-E40E-299F81087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321" y="1624659"/>
            <a:ext cx="2510136" cy="19808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F7E59-CC8C-36A7-F7CE-D1552200A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697" y="4646458"/>
            <a:ext cx="2038545" cy="1608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7A867-2991-3E43-D014-ACA1A0CD1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710" y="4387079"/>
            <a:ext cx="2727684" cy="1692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30CBDD-823B-35C8-70B6-202825EDC844}"/>
              </a:ext>
            </a:extLst>
          </p:cNvPr>
          <p:cNvSpPr txBox="1"/>
          <p:nvPr/>
        </p:nvSpPr>
        <p:spPr>
          <a:xfrm>
            <a:off x="4863399" y="2010901"/>
            <a:ext cx="195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/>
            <a:r>
              <a:rPr lang="en-US" dirty="0" err="1"/>
              <a:t>onBeforeMount</a:t>
            </a:r>
            <a:r>
              <a:rPr lang="en-US" dirty="0"/>
              <a:t>()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13D0920-02C2-BD22-015A-ED5DCBA2EA93}"/>
              </a:ext>
            </a:extLst>
          </p:cNvPr>
          <p:cNvSpPr/>
          <p:nvPr/>
        </p:nvSpPr>
        <p:spPr>
          <a:xfrm>
            <a:off x="3523600" y="2606297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5CA92F-0C62-9E8B-0A9D-43E3F58631D5}"/>
              </a:ext>
            </a:extLst>
          </p:cNvPr>
          <p:cNvSpPr txBox="1"/>
          <p:nvPr/>
        </p:nvSpPr>
        <p:spPr>
          <a:xfrm>
            <a:off x="10070983" y="2041046"/>
            <a:ext cx="1517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onMounted</a:t>
            </a:r>
            <a:r>
              <a:rPr lang="en-US" dirty="0"/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75C59E-A639-C5CC-B103-653AD2D326EB}"/>
              </a:ext>
            </a:extLst>
          </p:cNvPr>
          <p:cNvSpPr txBox="1"/>
          <p:nvPr/>
        </p:nvSpPr>
        <p:spPr>
          <a:xfrm>
            <a:off x="736021" y="4804342"/>
            <a:ext cx="2439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onBeforeUnmount</a:t>
            </a:r>
            <a:r>
              <a:rPr lang="en-US" dirty="0"/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A6017-141E-9063-9480-77E152F577AB}"/>
              </a:ext>
            </a:extLst>
          </p:cNvPr>
          <p:cNvSpPr txBox="1"/>
          <p:nvPr/>
        </p:nvSpPr>
        <p:spPr>
          <a:xfrm>
            <a:off x="5408528" y="4794292"/>
            <a:ext cx="195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onUnmounted</a:t>
            </a:r>
            <a:r>
              <a:rPr lang="en-US" dirty="0"/>
              <a:t>();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F6E4B3D-8F00-3938-1494-94767539B312}"/>
              </a:ext>
            </a:extLst>
          </p:cNvPr>
          <p:cNvSpPr/>
          <p:nvPr/>
        </p:nvSpPr>
        <p:spPr>
          <a:xfrm>
            <a:off x="7655159" y="5029626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444F4-0BB7-F5C7-585E-810FD1FF4DCB}"/>
              </a:ext>
            </a:extLst>
          </p:cNvPr>
          <p:cNvSpPr txBox="1"/>
          <p:nvPr/>
        </p:nvSpPr>
        <p:spPr>
          <a:xfrm>
            <a:off x="7536581" y="308009"/>
            <a:ext cx="239392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https://play.vuejs.org/</a:t>
            </a:r>
          </a:p>
        </p:txBody>
      </p:sp>
    </p:spTree>
    <p:extLst>
      <p:ext uri="{BB962C8B-B14F-4D97-AF65-F5344CB8AC3E}">
        <p14:creationId xmlns:p14="http://schemas.microsoft.com/office/powerpoint/2010/main" val="6613048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14297</TotalTime>
  <Words>255</Words>
  <Application>Microsoft Office PowerPoint</Application>
  <PresentationFormat>Widescreen</PresentationFormat>
  <Paragraphs>51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Custom</vt:lpstr>
      <vt:lpstr> Virtual DOM &amp;DOM in VUE Lifecycle: Mounting&amp;Ummonting Phase</vt:lpstr>
      <vt:lpstr>HTML DOM (Document Object Model) </vt:lpstr>
      <vt:lpstr>แนวคิด COMPONENT ของ VUE : Virtual  DOM (VDOM) CONCEPT</vt:lpstr>
      <vt:lpstr>กระบวนการ render component ของ VUE</vt:lpstr>
      <vt:lpstr>VUE3 Hook Function : Mounting&amp;Unmounting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113</cp:revision>
  <dcterms:created xsi:type="dcterms:W3CDTF">2026-02-24T13:07:23Z</dcterms:created>
  <dcterms:modified xsi:type="dcterms:W3CDTF">2026-05-12T09:14:14Z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