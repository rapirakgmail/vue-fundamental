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56" r:id="rId5"/>
    <p:sldId id="310" r:id="rId6"/>
    <p:sldId id="31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310"/>
            <p14:sldId id="313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72672" autoAdjust="0"/>
  </p:normalViewPr>
  <p:slideViewPr>
    <p:cSldViewPr snapToGrid="0">
      <p:cViewPr varScale="1">
        <p:scale>
          <a:sx n="76" d="100"/>
          <a:sy n="76" d="100"/>
        </p:scale>
        <p:origin x="1782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-2838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29/04/2026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29/04/2026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094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9545-6D4B-36E7-E46A-16D4DFF0C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0FB35-69C0-62F6-10ED-947860F56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BC537-5B67-DDD1-1091-ED62EA96C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&lt;script setup&gt;</a:t>
            </a:r>
          </a:p>
          <a:p>
            <a:r>
              <a:rPr lang="en-US" dirty="0"/>
              <a:t>import { ref, reactive } from '</a:t>
            </a:r>
            <a:r>
              <a:rPr lang="en-US" dirty="0" err="1"/>
              <a:t>vue</a:t>
            </a:r>
            <a:r>
              <a:rPr lang="en-US" dirty="0"/>
              <a:t>'</a:t>
            </a:r>
          </a:p>
          <a:p>
            <a:endParaRPr lang="en-US" dirty="0"/>
          </a:p>
          <a:p>
            <a:r>
              <a:rPr lang="en-US" dirty="0"/>
              <a:t>const </a:t>
            </a:r>
            <a:r>
              <a:rPr lang="en-US" dirty="0" err="1"/>
              <a:t>id_var</a:t>
            </a:r>
            <a:r>
              <a:rPr lang="en-US" dirty="0"/>
              <a:t> = ref(123)</a:t>
            </a:r>
          </a:p>
          <a:p>
            <a:endParaRPr lang="en-US" dirty="0"/>
          </a:p>
          <a:p>
            <a:r>
              <a:rPr lang="en-US" dirty="0"/>
              <a:t>const </a:t>
            </a:r>
            <a:r>
              <a:rPr lang="en-US" dirty="0" err="1"/>
              <a:t>obj_var</a:t>
            </a:r>
            <a:r>
              <a:rPr lang="en-US" dirty="0"/>
              <a:t> = reactive({</a:t>
            </a:r>
          </a:p>
          <a:p>
            <a:r>
              <a:rPr lang="en-US" dirty="0"/>
              <a:t>  id: 1123,</a:t>
            </a:r>
          </a:p>
          <a:p>
            <a:r>
              <a:rPr lang="en-US" dirty="0"/>
              <a:t>  name: '</a:t>
            </a:r>
            <a:r>
              <a:rPr lang="en-US" dirty="0" err="1"/>
              <a:t>vue</a:t>
            </a:r>
            <a:r>
              <a:rPr lang="en-US" dirty="0"/>
              <a:t>'</a:t>
            </a:r>
          </a:p>
          <a:p>
            <a:r>
              <a:rPr lang="en-US" dirty="0"/>
              <a:t>})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updateRef</a:t>
            </a:r>
            <a:r>
              <a:rPr lang="en-US" dirty="0"/>
              <a:t>() {</a:t>
            </a:r>
          </a:p>
          <a:p>
            <a:r>
              <a:rPr lang="en-US" dirty="0"/>
              <a:t>  </a:t>
            </a:r>
            <a:r>
              <a:rPr lang="en-US" dirty="0" err="1"/>
              <a:t>id_var.value</a:t>
            </a:r>
            <a:r>
              <a:rPr lang="en-US" dirty="0"/>
              <a:t> = </a:t>
            </a:r>
            <a:r>
              <a:rPr lang="en-US" dirty="0" err="1"/>
              <a:t>id_var.value</a:t>
            </a:r>
            <a:r>
              <a:rPr lang="en-US" dirty="0"/>
              <a:t> + 1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updateReactive</a:t>
            </a:r>
            <a:r>
              <a:rPr lang="en-US" dirty="0"/>
              <a:t>() {</a:t>
            </a:r>
          </a:p>
          <a:p>
            <a:r>
              <a:rPr lang="en-US" dirty="0"/>
              <a:t>  obj_var.id = obj_var.id + 1</a:t>
            </a:r>
          </a:p>
          <a:p>
            <a:r>
              <a:rPr lang="en-US" dirty="0"/>
              <a:t>  obj_var.name = '</a:t>
            </a:r>
            <a:r>
              <a:rPr lang="en-US" dirty="0" err="1"/>
              <a:t>vue</a:t>
            </a:r>
            <a:r>
              <a:rPr lang="en-US" dirty="0"/>
              <a:t> updated'+1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&lt;/script&gt;</a:t>
            </a:r>
          </a:p>
          <a:p>
            <a:endParaRPr lang="en-US" dirty="0"/>
          </a:p>
          <a:p>
            <a:r>
              <a:rPr lang="en-US" dirty="0"/>
              <a:t>&lt;template&gt;</a:t>
            </a:r>
          </a:p>
          <a:p>
            <a:r>
              <a:rPr lang="en-US" dirty="0"/>
              <a:t>  &lt;div&gt;</a:t>
            </a:r>
          </a:p>
          <a:p>
            <a:r>
              <a:rPr lang="en-US" dirty="0"/>
              <a:t>    &lt;h3&gt;REF&lt;/h3&gt;</a:t>
            </a:r>
          </a:p>
          <a:p>
            <a:r>
              <a:rPr lang="en-US" dirty="0"/>
              <a:t>    &lt;p&gt;ID: {{ </a:t>
            </a:r>
            <a:r>
              <a:rPr lang="en-US" dirty="0" err="1"/>
              <a:t>id_var</a:t>
            </a:r>
            <a:r>
              <a:rPr lang="en-US" dirty="0"/>
              <a:t> }}&lt;/p&gt;</a:t>
            </a:r>
          </a:p>
          <a:p>
            <a:r>
              <a:rPr lang="en-US" dirty="0"/>
              <a:t>    &lt;button @click="updateRef"&gt;</a:t>
            </a:r>
          </a:p>
          <a:p>
            <a:r>
              <a:rPr lang="en-US" dirty="0"/>
              <a:t>      Update Ref</a:t>
            </a:r>
          </a:p>
          <a:p>
            <a:r>
              <a:rPr lang="en-US" dirty="0"/>
              <a:t>    &lt;/button&gt;</a:t>
            </a:r>
          </a:p>
          <a:p>
            <a:endParaRPr lang="en-US" dirty="0"/>
          </a:p>
          <a:p>
            <a:r>
              <a:rPr lang="en-US" dirty="0"/>
              <a:t>    &lt;</a:t>
            </a:r>
            <a:r>
              <a:rPr lang="en-US" dirty="0" err="1"/>
              <a:t>hr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    &lt;h3&gt;REACTIVE&lt;/h3&gt;</a:t>
            </a:r>
          </a:p>
          <a:p>
            <a:r>
              <a:rPr lang="en-US" dirty="0"/>
              <a:t>    &lt;p&gt;ID: {{ obj_var.id }}&lt;/p&gt;</a:t>
            </a:r>
          </a:p>
          <a:p>
            <a:r>
              <a:rPr lang="en-US" dirty="0"/>
              <a:t>    &lt;p&gt;Name: {{ obj_var.name }}&lt;/p&gt;</a:t>
            </a:r>
          </a:p>
          <a:p>
            <a:r>
              <a:rPr lang="en-US" dirty="0"/>
              <a:t>    &lt;button @click="updateReactive"&gt;</a:t>
            </a:r>
          </a:p>
          <a:p>
            <a:r>
              <a:rPr lang="en-US" dirty="0"/>
              <a:t>      Update Reactive</a:t>
            </a:r>
          </a:p>
          <a:p>
            <a:r>
              <a:rPr lang="en-US" dirty="0"/>
              <a:t>    &lt;/button&gt;</a:t>
            </a:r>
          </a:p>
          <a:p>
            <a:r>
              <a:rPr lang="en-US" dirty="0"/>
              <a:t>  &lt;/div&gt;</a:t>
            </a:r>
          </a:p>
          <a:p>
            <a:r>
              <a:rPr lang="en-US" dirty="0"/>
              <a:t>&lt;/template&gt;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033B3-8E12-9180-946E-ABBB8DAB3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138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29/04/2026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29/04/2026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619" y="1702741"/>
            <a:ext cx="10962373" cy="2387600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US" sz="3600" b="1" dirty="0"/>
              <a:t>reactive variable </a:t>
            </a:r>
            <a:r>
              <a:rPr lang="th-TH" sz="3600" b="1" dirty="0"/>
              <a:t>ใน</a:t>
            </a:r>
            <a:r>
              <a:rPr lang="en-US" sz="3600" b="1" dirty="0"/>
              <a:t> </a:t>
            </a:r>
            <a:r>
              <a:rPr lang="en-US" sz="3600" b="1" dirty="0" err="1"/>
              <a:t>VueJs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D8CA-6CAA-A0F0-D78C-62E4F460A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53" y="448056"/>
            <a:ext cx="6877119" cy="640080"/>
          </a:xfrm>
        </p:spPr>
        <p:txBody>
          <a:bodyPr/>
          <a:lstStyle/>
          <a:p>
            <a:r>
              <a:rPr lang="th-TH" dirty="0"/>
              <a:t>การสร้าง</a:t>
            </a:r>
            <a:r>
              <a:rPr lang="en-US" dirty="0"/>
              <a:t> variable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08A15A6-F226-8E3A-F86B-BF468F682754}"/>
              </a:ext>
            </a:extLst>
          </p:cNvPr>
          <p:cNvSpPr txBox="1">
            <a:spLocks/>
          </p:cNvSpPr>
          <p:nvPr/>
        </p:nvSpPr>
        <p:spPr>
          <a:xfrm>
            <a:off x="917744" y="1381991"/>
            <a:ext cx="9130265" cy="491236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dirty="0"/>
              <a:t>วัตถุประสงค์การสร้างตัวแปรแบบ </a:t>
            </a:r>
            <a:r>
              <a:rPr lang="en-US" dirty="0"/>
              <a:t>object</a:t>
            </a:r>
            <a:r>
              <a:rPr lang="th-TH" dirty="0"/>
              <a:t> เช่นเดียวกับ</a:t>
            </a:r>
            <a:r>
              <a:rPr lang="en-US" dirty="0"/>
              <a:t> </a:t>
            </a:r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th-TH" dirty="0"/>
              <a:t> โดยข้อมูลในแต่ละ</a:t>
            </a:r>
            <a:r>
              <a:rPr lang="en-US" dirty="0"/>
              <a:t> field </a:t>
            </a:r>
            <a:r>
              <a:rPr lang="th-TH" dirty="0"/>
              <a:t>ภายใน</a:t>
            </a:r>
            <a:r>
              <a:rPr lang="en-US" dirty="0"/>
              <a:t> object</a:t>
            </a:r>
            <a:r>
              <a:rPr lang="th-TH" dirty="0"/>
              <a:t> จะเป็นข้อมูลที่มีความสัมพันธ์กัน</a:t>
            </a:r>
            <a:endParaRPr lang="en-US" dirty="0"/>
          </a:p>
          <a:p>
            <a:endParaRPr lang="th-TH" dirty="0"/>
          </a:p>
          <a:p>
            <a:r>
              <a:rPr lang="en-US" sz="2400" b="1" dirty="0"/>
              <a:t>       cost   </a:t>
            </a:r>
            <a:r>
              <a:rPr lang="en-US" sz="2400" b="1" dirty="0" err="1"/>
              <a:t>js_var</a:t>
            </a:r>
            <a:r>
              <a:rPr lang="en-US" sz="2400" b="1" dirty="0"/>
              <a:t>     = </a:t>
            </a:r>
            <a:r>
              <a:rPr lang="en-US" sz="2000" b="1" dirty="0">
                <a:solidFill>
                  <a:srgbClr val="00B050"/>
                </a:solidFill>
              </a:rPr>
              <a:t>{  id: 1123 , name : ‘</a:t>
            </a:r>
            <a:r>
              <a:rPr lang="en-US" sz="2000" b="1" dirty="0" err="1">
                <a:solidFill>
                  <a:srgbClr val="00B050"/>
                </a:solidFill>
              </a:rPr>
              <a:t>vue</a:t>
            </a:r>
            <a:r>
              <a:rPr lang="en-US" sz="2000" b="1" dirty="0">
                <a:solidFill>
                  <a:srgbClr val="00B050"/>
                </a:solidFill>
              </a:rPr>
              <a:t>’ }</a:t>
            </a:r>
            <a:endParaRPr lang="en-US" sz="20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000" b="1" dirty="0">
                <a:solidFill>
                  <a:srgbClr val="00B050"/>
                </a:solidFill>
              </a:rPr>
              <a:t>                    js_var.id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       const   </a:t>
            </a:r>
            <a:r>
              <a:rPr lang="en-US" sz="2000" b="1" dirty="0" err="1">
                <a:solidFill>
                  <a:srgbClr val="FF0000"/>
                </a:solidFill>
              </a:rPr>
              <a:t>obj_var</a:t>
            </a:r>
            <a:r>
              <a:rPr lang="en-US" sz="2000" b="1" dirty="0">
                <a:solidFill>
                  <a:srgbClr val="FF0000"/>
                </a:solidFill>
              </a:rPr>
              <a:t>      = reactive(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                                              {  id: 1123 , name : ‘</a:t>
            </a:r>
            <a:r>
              <a:rPr lang="en-US" sz="2000" b="1" dirty="0" err="1">
                <a:solidFill>
                  <a:srgbClr val="FF0000"/>
                </a:solidFill>
              </a:rPr>
              <a:t>vue</a:t>
            </a:r>
            <a:r>
              <a:rPr lang="en-US" sz="2000" b="1" dirty="0">
                <a:solidFill>
                  <a:srgbClr val="FF0000"/>
                </a:solidFill>
              </a:rPr>
              <a:t>’ }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                                      )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  const  id         = ref( 1123)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  const  name   = ref(‘</a:t>
            </a:r>
            <a:r>
              <a:rPr lang="en-US" sz="2400" dirty="0" err="1">
                <a:solidFill>
                  <a:srgbClr val="FF0000"/>
                </a:solidFill>
              </a:rPr>
              <a:t>vue</a:t>
            </a:r>
            <a:r>
              <a:rPr lang="en-US" sz="2400" dirty="0">
                <a:solidFill>
                  <a:srgbClr val="FF0000"/>
                </a:solidFill>
              </a:rPr>
              <a:t>’)</a:t>
            </a:r>
          </a:p>
          <a:p>
            <a:pPr lvl="1"/>
            <a:endParaRPr lang="en-US" sz="2400" dirty="0">
              <a:solidFill>
                <a:srgbClr val="FF0000"/>
              </a:solidFill>
            </a:endParaRPr>
          </a:p>
          <a:p>
            <a:pPr lvl="1"/>
            <a:r>
              <a:rPr lang="th-TH" sz="2400" dirty="0"/>
              <a:t>วัตถุประสงค์ </a:t>
            </a:r>
            <a:r>
              <a:rPr lang="en-US" sz="2400" dirty="0"/>
              <a:t>: </a:t>
            </a:r>
            <a:r>
              <a:rPr lang="th-TH" sz="2400" dirty="0"/>
              <a:t>ใช้ร่วมกับ</a:t>
            </a:r>
            <a:r>
              <a:rPr lang="en-US" sz="2400" dirty="0"/>
              <a:t> html tag </a:t>
            </a:r>
            <a:r>
              <a:rPr lang="th-TH" sz="2400" dirty="0"/>
              <a:t>ใน</a:t>
            </a:r>
            <a:r>
              <a:rPr lang="en-US" sz="2400" dirty="0"/>
              <a:t> template</a:t>
            </a:r>
            <a:endParaRPr lang="th-TH" sz="2400" dirty="0"/>
          </a:p>
        </p:txBody>
      </p:sp>
    </p:spTree>
    <p:extLst>
      <p:ext uri="{BB962C8B-B14F-4D97-AF65-F5344CB8AC3E}">
        <p14:creationId xmlns:p14="http://schemas.microsoft.com/office/powerpoint/2010/main" val="251902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F6A3-941F-3DC8-294A-0B38B70B5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5699-2A94-1AD9-4153-E4F27E2C3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การอ้างข้อมูลระหว่าง</a:t>
            </a:r>
            <a:r>
              <a:rPr lang="en-US" dirty="0"/>
              <a:t> : </a:t>
            </a:r>
            <a:r>
              <a:rPr lang="en-US" b="1" dirty="0"/>
              <a:t>ref()</a:t>
            </a:r>
            <a:r>
              <a:rPr lang="en-US" dirty="0"/>
              <a:t> vs </a:t>
            </a:r>
            <a:r>
              <a:rPr lang="en-US" b="1" dirty="0"/>
              <a:t>reactive()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38E5D7-06D9-B8E8-D53D-3ACA04FE8555}"/>
              </a:ext>
            </a:extLst>
          </p:cNvPr>
          <p:cNvSpPr txBox="1">
            <a:spLocks/>
          </p:cNvSpPr>
          <p:nvPr/>
        </p:nvSpPr>
        <p:spPr>
          <a:xfrm>
            <a:off x="1475552" y="1791906"/>
            <a:ext cx="8519161" cy="383743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85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 state variable  :  </a:t>
            </a:r>
            <a:r>
              <a:rPr lang="th-TH" dirty="0"/>
              <a:t> ถูกกำหนดค่าจาก </a:t>
            </a:r>
            <a:r>
              <a:rPr lang="en-US" b="1" dirty="0"/>
              <a:t>ref()</a:t>
            </a:r>
            <a:r>
              <a:rPr lang="en-US" dirty="0"/>
              <a:t>  &amp; </a:t>
            </a:r>
            <a:r>
              <a:rPr lang="en-US" b="1" dirty="0"/>
              <a:t>reactive()</a:t>
            </a:r>
            <a:endParaRPr lang="en-US" dirty="0"/>
          </a:p>
          <a:p>
            <a:endParaRPr lang="th-TH" dirty="0"/>
          </a:p>
          <a:p>
            <a:r>
              <a:rPr lang="en-US" b="1" dirty="0"/>
              <a:t>       </a:t>
            </a:r>
            <a:r>
              <a:rPr lang="en-US" sz="3200" b="1" dirty="0"/>
              <a:t>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const 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id_var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     =  ref( 123 )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     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                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id.value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  =  123</a:t>
            </a:r>
          </a:p>
          <a:p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   </a:t>
            </a:r>
            <a:r>
              <a:rPr lang="en-US" sz="2600" b="1" dirty="0">
                <a:solidFill>
                  <a:schemeClr val="accent5">
                    <a:lumMod val="75000"/>
                  </a:schemeClr>
                </a:solidFill>
              </a:rPr>
              <a:t>   </a:t>
            </a:r>
            <a:r>
              <a:rPr lang="en-US" sz="2600" b="1" dirty="0">
                <a:solidFill>
                  <a:srgbClr val="FF0000"/>
                </a:solidFill>
              </a:rPr>
              <a:t>const   </a:t>
            </a:r>
            <a:r>
              <a:rPr lang="en-US" sz="2600" b="1" dirty="0" err="1">
                <a:solidFill>
                  <a:srgbClr val="FF0000"/>
                </a:solidFill>
              </a:rPr>
              <a:t>obj_var</a:t>
            </a:r>
            <a:r>
              <a:rPr lang="en-US" sz="2600" b="1" dirty="0">
                <a:solidFill>
                  <a:srgbClr val="FF0000"/>
                </a:solidFill>
              </a:rPr>
              <a:t>    = reactive(</a:t>
            </a:r>
          </a:p>
          <a:p>
            <a:r>
              <a:rPr lang="en-US" sz="2600" b="1" dirty="0">
                <a:solidFill>
                  <a:srgbClr val="FF0000"/>
                </a:solidFill>
              </a:rPr>
              <a:t>                                                      {  id: 1123 , name : ‘</a:t>
            </a:r>
            <a:r>
              <a:rPr lang="en-US" sz="2600" b="1" dirty="0" err="1">
                <a:solidFill>
                  <a:srgbClr val="FF0000"/>
                </a:solidFill>
              </a:rPr>
              <a:t>vue</a:t>
            </a:r>
            <a:r>
              <a:rPr lang="en-US" sz="2600" b="1" dirty="0">
                <a:solidFill>
                  <a:srgbClr val="FF0000"/>
                </a:solidFill>
              </a:rPr>
              <a:t>’ }</a:t>
            </a:r>
          </a:p>
          <a:p>
            <a:r>
              <a:rPr lang="en-US" sz="2600" b="1" dirty="0">
                <a:solidFill>
                  <a:srgbClr val="FF0000"/>
                </a:solidFill>
              </a:rPr>
              <a:t>                                                )</a:t>
            </a:r>
          </a:p>
          <a:p>
            <a:pPr lvl="1"/>
            <a:r>
              <a:rPr lang="en-US" sz="2600" b="1" dirty="0">
                <a:solidFill>
                  <a:srgbClr val="FF0000"/>
                </a:solidFill>
              </a:rPr>
              <a:t>     </a:t>
            </a:r>
            <a:r>
              <a:rPr lang="en-US" sz="2600" dirty="0">
                <a:solidFill>
                  <a:srgbClr val="FF0000"/>
                </a:solidFill>
              </a:rPr>
              <a:t>          obj_var.id = 123</a:t>
            </a:r>
          </a:p>
          <a:p>
            <a:pPr lvl="1"/>
            <a:endParaRPr lang="en-US" sz="2600" dirty="0">
              <a:solidFill>
                <a:srgbClr val="FF0000"/>
              </a:solidFill>
            </a:endParaRPr>
          </a:p>
          <a:p>
            <a:pPr lvl="1"/>
            <a:r>
              <a:rPr lang="en-US" sz="2600" dirty="0">
                <a:solidFill>
                  <a:srgbClr val="FF0000"/>
                </a:solidFill>
              </a:rPr>
              <a:t> 	         obj_var.name = ‘</a:t>
            </a:r>
            <a:r>
              <a:rPr lang="en-US" sz="2600" dirty="0" err="1">
                <a:solidFill>
                  <a:srgbClr val="FF0000"/>
                </a:solidFill>
              </a:rPr>
              <a:t>vue</a:t>
            </a:r>
            <a:r>
              <a:rPr lang="en-US" sz="2600" dirty="0">
                <a:solidFill>
                  <a:srgbClr val="FF0000"/>
                </a:solidFill>
              </a:rPr>
              <a:t>’</a:t>
            </a:r>
          </a:p>
          <a:p>
            <a:pPr lvl="1"/>
            <a:endParaRPr lang="en-US" dirty="0"/>
          </a:p>
          <a:p>
            <a:pPr lvl="1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7424246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{0A4678A9-783C-4CAF-B8D9-4F496E21560C}TF2989475c-5427-4edb-9ec1-00f4ce72165b77c8433f_win32-c33c42577f73</Template>
  <TotalTime>6159</TotalTime>
  <Words>384</Words>
  <Application>Microsoft Office PowerPoint</Application>
  <PresentationFormat>Widescreen</PresentationFormat>
  <Paragraphs>69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Segoe UI</vt:lpstr>
      <vt:lpstr>Segoe UI Light</vt:lpstr>
      <vt:lpstr>Custom</vt:lpstr>
      <vt:lpstr>reactive variable ใน VueJs</vt:lpstr>
      <vt:lpstr>การสร้าง variable</vt:lpstr>
      <vt:lpstr>การอ้างข้อมูลระหว่าง : ref() vs reactive()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keywords/>
  <cp:lastModifiedBy>rapirak jirayu</cp:lastModifiedBy>
  <cp:revision>74</cp:revision>
  <dcterms:created xsi:type="dcterms:W3CDTF">2026-02-24T13:07:23Z</dcterms:created>
  <dcterms:modified xsi:type="dcterms:W3CDTF">2026-04-29T04:05:16Z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