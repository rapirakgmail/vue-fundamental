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6" r:id="rId5"/>
    <p:sldId id="310" r:id="rId6"/>
    <p:sldId id="318" r:id="rId7"/>
    <p:sldId id="320" r:id="rId8"/>
    <p:sldId id="315" r:id="rId9"/>
    <p:sldId id="313" r:id="rId10"/>
    <p:sldId id="316" r:id="rId11"/>
    <p:sldId id="312" r:id="rId12"/>
    <p:sldId id="317" r:id="rId13"/>
    <p:sldId id="321" r:id="rId14"/>
    <p:sldId id="314" r:id="rId15"/>
    <p:sldId id="31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310"/>
            <p14:sldId id="318"/>
            <p14:sldId id="320"/>
            <p14:sldId id="315"/>
            <p14:sldId id="313"/>
            <p14:sldId id="316"/>
            <p14:sldId id="312"/>
            <p14:sldId id="317"/>
            <p14:sldId id="321"/>
            <p14:sldId id="314"/>
            <p14:sldId id="319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2" autoAdjust="0"/>
    <p:restoredTop sz="78745" autoAdjust="0"/>
  </p:normalViewPr>
  <p:slideViewPr>
    <p:cSldViewPr snapToGrid="0">
      <p:cViewPr varScale="1">
        <p:scale>
          <a:sx n="79" d="100"/>
          <a:sy n="79" d="100"/>
        </p:scale>
        <p:origin x="1602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27/04/2026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27/04/2026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009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09D98-58AE-CED9-F3AE-CA297FB75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1685B-0E55-E39E-DC37-6BB0C773F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6469F-F282-8465-2BD3-77C4AE924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24767-26E0-8B9A-DF0D-2F420C9CC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96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&lt;script setup&gt;</a:t>
            </a:r>
          </a:p>
          <a:p>
            <a:r>
              <a:rPr lang="en-US" dirty="0"/>
              <a:t>import { ref } from '</a:t>
            </a:r>
            <a:r>
              <a:rPr lang="en-US" dirty="0" err="1"/>
              <a:t>vue</a:t>
            </a:r>
            <a:r>
              <a:rPr lang="en-US" dirty="0"/>
              <a:t>'</a:t>
            </a:r>
          </a:p>
          <a:p>
            <a:endParaRPr lang="en-US" dirty="0"/>
          </a:p>
          <a:p>
            <a:r>
              <a:rPr lang="en-US" dirty="0"/>
              <a:t>const msg = ref('Hello World!')</a:t>
            </a:r>
          </a:p>
          <a:p>
            <a:r>
              <a:rPr lang="en-US" dirty="0"/>
              <a:t>&lt;/script&gt;</a:t>
            </a:r>
          </a:p>
          <a:p>
            <a:endParaRPr lang="en-US" dirty="0"/>
          </a:p>
          <a:p>
            <a:r>
              <a:rPr lang="en-US" dirty="0"/>
              <a:t>&lt;template&gt;</a:t>
            </a:r>
          </a:p>
          <a:p>
            <a:r>
              <a:rPr lang="en-US" dirty="0"/>
              <a:t>  &lt;h1&gt;{{ msg }}&lt;/h1&gt;</a:t>
            </a:r>
          </a:p>
          <a:p>
            <a:r>
              <a:rPr lang="en-US" dirty="0"/>
              <a:t>  &lt;input v-model="msg" /&gt;</a:t>
            </a:r>
          </a:p>
          <a:p>
            <a:r>
              <a:rPr lang="en-US" dirty="0"/>
              <a:t>&lt;/template&gt;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475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setup&gt;&lt;/script&gt;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&lt;template&gt;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&lt;div class="box"&gt;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This is a dashed yellow box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&lt;slot&gt;&lt;/slot&gt;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&lt;/template&gt;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.box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margin: 3px;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border: 2px dashed #facc15;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background-color: #fef9c3;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padding: 20px;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border-radius: 10px;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width: fit-content;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242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9178-C9EB-04A1-C76D-9F8AC4381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FE137-1921-048E-A007-649C25607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AD6CEB-5131-E33A-6132-13A4B8EB0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setup&gt;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{ ref } from 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Box from './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box.vue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&lt;template&gt;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&lt;box&gt; &lt;/box&gt;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&lt;box&gt; Line 1 &lt;/box&gt;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&lt;box&gt;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&lt;h3 style="color: red;"&gt;line 1&lt;/h3&gt;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&lt;/box&gt;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&lt;box&gt;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&lt;h2 style="color: red;"&gt;line 1&lt;/h2&gt;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&lt;h1 style="color: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yellowgreen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;"&gt;line 1&lt;/h1&gt;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&lt;/box&gt;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&lt;/template&gt;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DCB1F-077F-FBA0-3E80-469DE0847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929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227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881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B1D65-7E06-6CA2-C253-794F3CB4E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11426-FE6D-E6EA-6F83-8B3ADC896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E6E583-137C-409D-0872-D7E095117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setup&gt;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const msg = "Hello from Child"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const count = 10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&lt;template&gt;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&lt;div class="box"&gt;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This is a dashed green box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&lt;slot :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mytext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="msg" :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="count"&gt;&lt;/slot&gt;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&lt;/template&gt;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.box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display: block;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border: 2px dashed #facc15;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background: green;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padding: 10px;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2A947-9F52-F900-6417-5CCD29BE7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103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6E91A-B94B-A676-EF1C-F3C341AEE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883FDB-AC13-01F5-29C4-0436B797F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A4B98F-639B-1436-AB52-B8FF8CE4B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setup&gt;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const msg = "Hello from Child"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const count = 10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&lt;template&gt;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&lt;div class="box"&gt;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This is a dashed green box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&lt;slot :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mytext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="msg" :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="count"&gt;&lt;/slot&gt;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&lt;/template&gt;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.box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display: block;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border: 2px dashed #facc15;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background: green;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padding: 10px;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6F735-8698-8554-8E89-23441F8A3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617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setup&gt;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import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OutBox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"./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outbox.vue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&lt;template&gt;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OutBox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&lt;/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OutBox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OutBox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v-slot="{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mytext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&lt;p&gt;{{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mytext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}}&lt;/p&gt;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&lt;p&gt;Count: {{ mcount+10 }}&lt;/p&gt;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OutBox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OutBox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v-slot="{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mytext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text,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num }"&gt;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&lt;p&gt;{{ text+":append" }}&lt;/p&gt;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&lt;p&gt;{{ num + 100 }}&lt;/p&gt;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OutBox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&lt;/template&gt;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171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27/04/2026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27/04/2026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62373" cy="2387600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Default SLOT </a:t>
            </a:r>
            <a:r>
              <a:rPr lang="th-TH" sz="4800" dirty="0">
                <a:solidFill>
                  <a:schemeClr val="bg1"/>
                </a:solidFill>
              </a:rPr>
              <a:t>ใน</a:t>
            </a:r>
            <a:r>
              <a:rPr lang="en-US" sz="4800" dirty="0">
                <a:solidFill>
                  <a:schemeClr val="bg1"/>
                </a:solidFill>
              </a:rPr>
              <a:t> VUE</a:t>
            </a: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D8CA-6CAA-A0F0-D78C-62E4F460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วัตถุประสงของ </a:t>
            </a:r>
            <a:r>
              <a:rPr lang="en-US" dirty="0"/>
              <a:t>SLOT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44D6D-5F80-BADC-1A81-A5D61A88F4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5" y="1435608"/>
            <a:ext cx="9682533" cy="39776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1.</a:t>
            </a:r>
            <a:r>
              <a:rPr lang="th-TH" sz="2800" dirty="0"/>
              <a:t> เพื่อการ</a:t>
            </a:r>
            <a:r>
              <a:rPr lang="en-US" sz="2800" dirty="0"/>
              <a:t> reuse component </a:t>
            </a:r>
            <a:r>
              <a:rPr lang="th-TH" sz="2800" dirty="0"/>
              <a:t>โดยที่เราสามารถส่ง</a:t>
            </a:r>
            <a:r>
              <a:rPr lang="en-US" sz="2800" dirty="0"/>
              <a:t> parameter</a:t>
            </a:r>
            <a:r>
              <a:rPr lang="th-TH" sz="2800" dirty="0"/>
              <a:t> ที่อยู่ในรูปแบบ</a:t>
            </a:r>
            <a:r>
              <a:rPr lang="en-US" sz="2800" dirty="0"/>
              <a:t>  </a:t>
            </a:r>
            <a:r>
              <a:rPr lang="th-TH" sz="2800" dirty="0"/>
              <a:t>ของ</a:t>
            </a:r>
            <a:r>
              <a:rPr lang="en-US" sz="2800" dirty="0"/>
              <a:t> &lt;tag&gt;</a:t>
            </a:r>
            <a:r>
              <a:rPr lang="th-TH" sz="2800" dirty="0"/>
              <a:t>จาก</a:t>
            </a:r>
            <a:r>
              <a:rPr lang="en-US" sz="2800" dirty="0"/>
              <a:t> parent component </a:t>
            </a:r>
            <a:r>
              <a:rPr lang="th-TH" sz="2800" dirty="0"/>
              <a:t>ไปยัง</a:t>
            </a:r>
            <a:r>
              <a:rPr lang="en-US" sz="2800" dirty="0"/>
              <a:t> child component</a:t>
            </a:r>
            <a:r>
              <a:rPr lang="th-TH" sz="2800" dirty="0"/>
              <a:t> ได้</a:t>
            </a:r>
          </a:p>
        </p:txBody>
      </p:sp>
    </p:spTree>
    <p:extLst>
      <p:ext uri="{BB962C8B-B14F-4D97-AF65-F5344CB8AC3E}">
        <p14:creationId xmlns:p14="http://schemas.microsoft.com/office/powerpoint/2010/main" val="251902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7EF32-6A19-D51A-4B4D-D971B53CE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F4246-B5A5-90F3-418A-140A00419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ขั้นตอน</a:t>
            </a:r>
            <a:r>
              <a:rPr lang="th-TH" dirty="0"/>
              <a:t>ในการสร้าง</a:t>
            </a:r>
            <a:r>
              <a:rPr lang="en-US" dirty="0"/>
              <a:t> Child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736F7-7400-C1C1-3876-507CA6914F1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5" y="1435608"/>
            <a:ext cx="9682533" cy="3977640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00000"/>
              </a:lnSpc>
              <a:buAutoNum type="arabicPeriod"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สร้าง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2800" dirty="0"/>
              <a:t>child component</a:t>
            </a:r>
            <a:r>
              <a:rPr lang="th-TH" sz="2800" dirty="0"/>
              <a:t> ที่มี</a:t>
            </a:r>
            <a:r>
              <a:rPr lang="en-US" sz="2800" dirty="0"/>
              <a:t> tag  &lt;slot&gt;</a:t>
            </a:r>
            <a:endParaRPr lang="th-TH" sz="2800" dirty="0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th-TH" sz="2800" dirty="0"/>
              <a:t>สร้าง</a:t>
            </a:r>
            <a:r>
              <a:rPr lang="en-US" sz="2800" dirty="0"/>
              <a:t> Tag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          &lt;slot&gt; &lt;/slot&gt;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  </a:t>
            </a:r>
            <a:r>
              <a:rPr lang="th-TH" sz="2800" dirty="0"/>
              <a:t>หรือ</a:t>
            </a:r>
          </a:p>
          <a:p>
            <a:pPr>
              <a:lnSpc>
                <a:spcPct val="100000"/>
              </a:lnSpc>
            </a:pPr>
            <a:r>
              <a:rPr lang="th-TH" sz="2800" dirty="0"/>
              <a:t>	</a:t>
            </a:r>
            <a:r>
              <a:rPr lang="en-US" sz="2800" dirty="0"/>
              <a:t>&lt;slot /&gt;</a:t>
            </a:r>
          </a:p>
          <a:p>
            <a:pPr>
              <a:lnSpc>
                <a:spcPct val="100000"/>
              </a:lnSpc>
            </a:pPr>
            <a:r>
              <a:rPr lang="th-TH" sz="2800" dirty="0"/>
              <a:t>    ใน</a:t>
            </a:r>
            <a:r>
              <a:rPr lang="en-US" sz="2800" dirty="0"/>
              <a:t> template</a:t>
            </a:r>
            <a:endParaRPr lang="th-TH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34E342-24D8-5ADD-4EC3-BDB100149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967" y="1638199"/>
            <a:ext cx="4167408" cy="477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15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F6C91-BB92-A308-9E53-01B397E90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9EF96-782E-1093-8D81-4B289D7B5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ข้นตอนในการสร้าง</a:t>
            </a:r>
            <a:r>
              <a:rPr lang="en-US" dirty="0"/>
              <a:t> Parent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9B6E5-1181-4F13-4545-78A0F640DB7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5" y="1435608"/>
            <a:ext cx="9682533" cy="397764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AutoNum type="arabicPeriod"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สร้าง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2800" dirty="0"/>
              <a:t> Parent component</a:t>
            </a:r>
            <a:endParaRPr lang="th-TH" sz="2800" dirty="0"/>
          </a:p>
          <a:p>
            <a:pPr marL="514350" indent="-514350">
              <a:lnSpc>
                <a:spcPct val="100000"/>
              </a:lnSpc>
              <a:buAutoNum type="arabicPeriod" startAt="2"/>
            </a:pPr>
            <a:r>
              <a:rPr lang="en-US" sz="2800" dirty="0"/>
              <a:t>Import child component</a:t>
            </a:r>
          </a:p>
          <a:p>
            <a:pPr>
              <a:lnSpc>
                <a:spcPct val="100000"/>
              </a:lnSpc>
            </a:pP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dirty="0"/>
              <a:t>3.</a:t>
            </a:r>
            <a:r>
              <a:rPr lang="th-TH" sz="2800" dirty="0"/>
              <a:t>   สร้าง</a:t>
            </a:r>
            <a:r>
              <a:rPr lang="en-US" sz="2800" dirty="0"/>
              <a:t> child Tag</a:t>
            </a:r>
            <a:endParaRPr lang="th-TH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09FA0F-2709-BA49-FFC0-677AE3B56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449" y="2019121"/>
            <a:ext cx="6131056" cy="325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752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A0349-FEF9-5620-5685-15E0D9AF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A94B5-7A33-3F20-B2A2-176F2DAB3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โจทย์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E4438-2F0B-7650-2566-B4EADB83D9F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5" y="1435608"/>
            <a:ext cx="9682533" cy="39776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th-TH" sz="2800" dirty="0"/>
              <a:t>ต้องการสร้างกล่องที่มีข้อความ จำนวน</a:t>
            </a:r>
            <a:r>
              <a:rPr lang="en-US" sz="2800" dirty="0"/>
              <a:t> 3</a:t>
            </a:r>
            <a:r>
              <a:rPr lang="th-TH" sz="2800" dirty="0"/>
              <a:t> อัน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dirty="0"/>
              <a:t>1.</a:t>
            </a:r>
            <a:r>
              <a:rPr lang="th-TH" sz="2800" dirty="0"/>
              <a:t> แต่กล่องมี</a:t>
            </a:r>
            <a:r>
              <a:rPr lang="en-US" sz="2800" dirty="0"/>
              <a:t> </a:t>
            </a:r>
            <a:r>
              <a:rPr lang="en-US" sz="2800" dirty="0" err="1"/>
              <a:t>backgroud</a:t>
            </a:r>
            <a:r>
              <a:rPr lang="th-TH" sz="2800" dirty="0"/>
              <a:t> สีเหลือง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2. </a:t>
            </a:r>
            <a:r>
              <a:rPr lang="th-TH" sz="2800" dirty="0"/>
              <a:t>ทุกกล่องมีข้อความคงที่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dirty="0"/>
              <a:t>      </a:t>
            </a:r>
            <a:r>
              <a:rPr lang="en-US" sz="2800" dirty="0">
                <a:solidFill>
                  <a:srgbClr val="FF0000"/>
                </a:solidFill>
              </a:rPr>
              <a:t>This is a dashed yellow box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3.</a:t>
            </a:r>
            <a:r>
              <a:rPr lang="th-TH" sz="2800" dirty="0"/>
              <a:t> แต่ละกล่องมีข้อความที่ไม่เหมือนกัน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6CD58-01A1-BF48-82D4-7877CFF2F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472" y="1669645"/>
            <a:ext cx="3250244" cy="511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20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90DDE-DDC8-2BAC-40E7-98EA9FA6E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 </a:t>
            </a:r>
            <a:r>
              <a:rPr lang="en-US" dirty="0" err="1"/>
              <a:t>component:Box.Vue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455C3-6B36-B4AF-F0BC-1F388465B9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207" y="1518558"/>
            <a:ext cx="4416552" cy="4307478"/>
          </a:xfrm>
        </p:spPr>
        <p:txBody>
          <a:bodyPr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US" sz="1600" b="1" dirty="0"/>
          </a:p>
          <a:p>
            <a:pPr>
              <a:lnSpc>
                <a:spcPts val="1440"/>
              </a:lnSpc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4DC072-CC7E-40A9-D23F-9F50A99BB7EC}"/>
              </a:ext>
            </a:extLst>
          </p:cNvPr>
          <p:cNvSpPr txBox="1"/>
          <p:nvPr/>
        </p:nvSpPr>
        <p:spPr>
          <a:xfrm>
            <a:off x="1005840" y="1763486"/>
            <a:ext cx="965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Box.vue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D95BD3-85EB-603D-54F9-6402FC7D3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0"/>
            <a:ext cx="5600036" cy="678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714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6925C-3D0B-9D03-B84A-41163F9AA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870BC-2324-0BFE-31D1-7DF4166F5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60670"/>
            <a:ext cx="6877119" cy="640080"/>
          </a:xfrm>
        </p:spPr>
        <p:txBody>
          <a:bodyPr/>
          <a:lstStyle/>
          <a:p>
            <a:r>
              <a:rPr lang="en-US" dirty="0"/>
              <a:t>Parent component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84D497-423A-2A87-92E2-C3611F4B9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64864"/>
            <a:ext cx="12192000" cy="632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04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B68D6-44F3-99A3-B3E1-69BEC648D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26824-A206-A2D3-4637-6FE0FBEF53A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7844108" cy="39776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dirty="0"/>
              <a:t>	Default Slot with parameter</a:t>
            </a:r>
          </a:p>
        </p:txBody>
      </p:sp>
    </p:spTree>
    <p:extLst>
      <p:ext uri="{BB962C8B-B14F-4D97-AF65-F5344CB8AC3E}">
        <p14:creationId xmlns:p14="http://schemas.microsoft.com/office/powerpoint/2010/main" val="1821272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3FFE-15E8-72F3-4910-127C6D359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688107" cy="640080"/>
          </a:xfrm>
        </p:spPr>
        <p:txBody>
          <a:bodyPr>
            <a:normAutofit/>
          </a:bodyPr>
          <a:lstStyle/>
          <a:p>
            <a:r>
              <a:rPr lang="th-TH" b="1" dirty="0"/>
              <a:t>การส่ง </a:t>
            </a:r>
            <a:r>
              <a:rPr lang="en-US" b="1" dirty="0"/>
              <a:t>data </a:t>
            </a:r>
            <a:r>
              <a:rPr lang="th-TH" b="1" dirty="0"/>
              <a:t>ระหว่าง</a:t>
            </a:r>
            <a:r>
              <a:rPr lang="en-US" b="1" dirty="0"/>
              <a:t> Parent</a:t>
            </a:r>
            <a:r>
              <a:rPr lang="th-TH" b="1" dirty="0"/>
              <a:t> และ</a:t>
            </a:r>
            <a:r>
              <a:rPr lang="en-US" b="1" dirty="0"/>
              <a:t> Child</a:t>
            </a:r>
            <a:r>
              <a:rPr lang="th-TH" b="1" dirty="0"/>
              <a:t> ผ่าน</a:t>
            </a:r>
            <a:r>
              <a:rPr lang="en-US" b="1" dirty="0"/>
              <a:t> default slot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D654A-A402-DAFA-28BB-6DCF696BE3E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5" y="1435608"/>
            <a:ext cx="9921241" cy="397764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/>
              <a:t>One-way :   Child  -&gt; Parent</a:t>
            </a:r>
            <a:endParaRPr lang="th-TH" sz="2000" dirty="0"/>
          </a:p>
          <a:p>
            <a:pPr marL="457200" indent="-457200">
              <a:buAutoNum type="arabicPeriod"/>
            </a:pPr>
            <a:r>
              <a:rPr lang="en-US" sz="2000" dirty="0"/>
              <a:t>Child (</a:t>
            </a:r>
            <a:r>
              <a:rPr lang="th-TH" sz="2000" dirty="0"/>
              <a:t>การสร้าง</a:t>
            </a:r>
            <a:r>
              <a:rPr lang="en-US" sz="2000" dirty="0"/>
              <a:t> slot)</a:t>
            </a:r>
          </a:p>
          <a:p>
            <a:pPr lvl="1" indent="0">
              <a:buNone/>
            </a:pPr>
            <a:r>
              <a:rPr lang="nb-NO" sz="2000" dirty="0"/>
              <a:t>            &lt;slot :var1= "</a:t>
            </a:r>
            <a:r>
              <a:rPr lang="nb-NO" sz="2000" dirty="0">
                <a:solidFill>
                  <a:srgbClr val="FF0000"/>
                </a:solidFill>
              </a:rPr>
              <a:t>variable1</a:t>
            </a:r>
            <a:r>
              <a:rPr lang="nb-NO" sz="2000" dirty="0"/>
              <a:t>" :var2=</a:t>
            </a:r>
            <a:r>
              <a:rPr lang="en-US" sz="2000" dirty="0"/>
              <a:t>“</a:t>
            </a:r>
            <a:r>
              <a:rPr lang="nb-NO" sz="2000" dirty="0">
                <a:solidFill>
                  <a:srgbClr val="FF0000"/>
                </a:solidFill>
              </a:rPr>
              <a:t>variable2</a:t>
            </a:r>
            <a:r>
              <a:rPr lang="en-US" sz="2000" dirty="0"/>
              <a:t> “</a:t>
            </a:r>
            <a:r>
              <a:rPr lang="nb-NO" sz="2000" dirty="0"/>
              <a:t>:var3=</a:t>
            </a:r>
            <a:r>
              <a:rPr lang="en-US" sz="2000" dirty="0"/>
              <a:t>“</a:t>
            </a:r>
            <a:r>
              <a:rPr lang="nb-NO" sz="2000" dirty="0">
                <a:solidFill>
                  <a:srgbClr val="FF0000"/>
                </a:solidFill>
              </a:rPr>
              <a:t>variable</a:t>
            </a:r>
            <a:r>
              <a:rPr lang="en-US" sz="2000" dirty="0">
                <a:solidFill>
                  <a:srgbClr val="FF0000"/>
                </a:solidFill>
              </a:rPr>
              <a:t>3</a:t>
            </a:r>
            <a:r>
              <a:rPr lang="en-US" sz="2000" dirty="0"/>
              <a:t>“</a:t>
            </a:r>
            <a:r>
              <a:rPr lang="nb-NO" sz="2000" dirty="0"/>
              <a:t> &gt;&lt;/slot&gt;</a:t>
            </a:r>
            <a:endParaRPr lang="th-TH" sz="2000" dirty="0"/>
          </a:p>
          <a:p>
            <a:pPr marL="457200" indent="-457200">
              <a:buAutoNum type="arabicPeriod"/>
            </a:pPr>
            <a:r>
              <a:rPr lang="en-US" sz="2000" dirty="0"/>
              <a:t>Parent (</a:t>
            </a:r>
            <a:r>
              <a:rPr lang="th-TH" sz="2000" dirty="0"/>
              <a:t>การเรียกใช้งาน</a:t>
            </a:r>
            <a:r>
              <a:rPr lang="en-US" sz="2000" dirty="0"/>
              <a:t>)</a:t>
            </a:r>
          </a:p>
          <a:p>
            <a:r>
              <a:rPr lang="en-US" sz="2000" dirty="0"/>
              <a:t>                   &lt;Child </a:t>
            </a:r>
            <a:r>
              <a:rPr lang="en-US" sz="2000" dirty="0">
                <a:solidFill>
                  <a:srgbClr val="FF0000"/>
                </a:solidFill>
              </a:rPr>
              <a:t>v-slot</a:t>
            </a:r>
            <a:r>
              <a:rPr lang="en-US" sz="2000" dirty="0"/>
              <a:t>="{ var1, var2,var3 }"&gt;</a:t>
            </a:r>
          </a:p>
          <a:p>
            <a:pPr marL="457200" indent="-457200"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42201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DEEF-A108-DDB5-6E02-F9B5EA492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3157D-5ED5-8702-4141-AF330C3D4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688107" cy="640080"/>
          </a:xfrm>
        </p:spPr>
        <p:txBody>
          <a:bodyPr>
            <a:normAutofit/>
          </a:bodyPr>
          <a:lstStyle/>
          <a:p>
            <a:r>
              <a:rPr lang="th-TH" b="1" dirty="0"/>
              <a:t>การส่ง </a:t>
            </a:r>
            <a:r>
              <a:rPr lang="en-US" b="1" dirty="0"/>
              <a:t>data </a:t>
            </a:r>
            <a:r>
              <a:rPr lang="th-TH" b="1" dirty="0"/>
              <a:t>ระหว่าง</a:t>
            </a:r>
            <a:r>
              <a:rPr lang="en-US" b="1" dirty="0"/>
              <a:t> Parent</a:t>
            </a:r>
            <a:r>
              <a:rPr lang="th-TH" b="1" dirty="0"/>
              <a:t> และ</a:t>
            </a:r>
            <a:r>
              <a:rPr lang="en-US" b="1" dirty="0"/>
              <a:t> Child</a:t>
            </a:r>
            <a:r>
              <a:rPr lang="th-TH" b="1" dirty="0"/>
              <a:t> ผ่าน</a:t>
            </a:r>
            <a:r>
              <a:rPr lang="en-US" b="1" dirty="0"/>
              <a:t> default slot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76724-3FFD-65AB-FD43-905CD059AE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-160598" y="1349880"/>
            <a:ext cx="8190168" cy="3579305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US" sz="2000" dirty="0"/>
              <a:t>One-way :   Child  -&gt; Parent</a:t>
            </a:r>
            <a:endParaRPr lang="th-TH" sz="2000" dirty="0"/>
          </a:p>
          <a:p>
            <a:pPr marL="457200" indent="-457200">
              <a:buAutoNum type="arabicPeriod"/>
            </a:pPr>
            <a:r>
              <a:rPr lang="en-US" sz="2000" dirty="0"/>
              <a:t>Child</a:t>
            </a:r>
          </a:p>
          <a:p>
            <a:pPr lvl="1" indent="0">
              <a:buNone/>
            </a:pPr>
            <a:r>
              <a:rPr lang="nb-NO" sz="2000" dirty="0"/>
              <a:t>    &lt;script setup&gt;</a:t>
            </a:r>
          </a:p>
          <a:p>
            <a:pPr lvl="1" indent="0">
              <a:buNone/>
            </a:pPr>
            <a:r>
              <a:rPr lang="nb-NO" sz="2000" dirty="0"/>
              <a:t>           const value1 = ‘abcd’</a:t>
            </a:r>
          </a:p>
          <a:p>
            <a:pPr lvl="1" indent="0">
              <a:buNone/>
            </a:pPr>
            <a:r>
              <a:rPr lang="nb-NO" sz="2000" dirty="0"/>
              <a:t>            const value2 = ‘1234’</a:t>
            </a:r>
          </a:p>
          <a:p>
            <a:pPr lvl="1" indent="0">
              <a:buNone/>
            </a:pPr>
            <a:r>
              <a:rPr lang="nb-NO" sz="2000" dirty="0"/>
              <a:t>      &lt;/script&gt;         </a:t>
            </a:r>
          </a:p>
          <a:p>
            <a:pPr lvl="1" indent="0">
              <a:buNone/>
            </a:pPr>
            <a:r>
              <a:rPr lang="nb-NO" sz="2000" dirty="0"/>
              <a:t>   &lt;slot :var1="value1" :var2="value2"&gt;&lt;/slot&gt;</a:t>
            </a:r>
            <a:endParaRPr lang="th-TH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90065D-8D09-6E5E-4EF4-A0E97C863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363" y="200414"/>
            <a:ext cx="6500801" cy="645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69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F7ABA-2967-56DD-AFFF-F92F6F2F7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E8558-FB39-6D30-982E-37698916B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 : </a:t>
            </a:r>
            <a:r>
              <a:rPr lang="en-US" dirty="0" err="1"/>
              <a:t>OutBox.vue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4EC0E-8D14-C752-DCC1-CA46B6CABC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207" y="1518558"/>
            <a:ext cx="4416552" cy="4307478"/>
          </a:xfrm>
        </p:spPr>
        <p:txBody>
          <a:bodyPr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US" sz="1600" b="1" dirty="0"/>
          </a:p>
          <a:p>
            <a:pPr>
              <a:lnSpc>
                <a:spcPts val="1440"/>
              </a:lnSpc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35582E-F8A5-7F01-C67F-53038164B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925" y="-47229"/>
            <a:ext cx="6733435" cy="668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357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805F-2A1D-08E9-2EB5-35CC0594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Parent: </a:t>
            </a:r>
            <a:r>
              <a:rPr lang="en-US" dirty="0" err="1"/>
              <a:t>App.vue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74522-D6F2-F078-C889-303B5DC2CCE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22868-77AC-14F1-09E1-564C9F8CB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739" y="0"/>
            <a:ext cx="6563009" cy="671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9989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{0A4678A9-783C-4CAF-B8D9-4F496E21560C}TF2989475c-5427-4edb-9ec1-00f4ce72165b77c8433f_win32-c33c42577f73</Template>
  <TotalTime>5587</TotalTime>
  <Words>795</Words>
  <Application>Microsoft Office PowerPoint</Application>
  <PresentationFormat>Widescreen</PresentationFormat>
  <Paragraphs>161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Angsana New</vt:lpstr>
      <vt:lpstr>Arial</vt:lpstr>
      <vt:lpstr>Calibri</vt:lpstr>
      <vt:lpstr>Segoe UI</vt:lpstr>
      <vt:lpstr>Segoe UI Light</vt:lpstr>
      <vt:lpstr>Custom</vt:lpstr>
      <vt:lpstr>Default SLOT ใน VUE</vt:lpstr>
      <vt:lpstr>วัตถุประสงของ SLOT</vt:lpstr>
      <vt:lpstr>ขั้นตอนในการสร้าง Child component</vt:lpstr>
      <vt:lpstr>ข้นตอนในการสร้าง Parent Component</vt:lpstr>
      <vt:lpstr>โจทย์</vt:lpstr>
      <vt:lpstr>Child component:Box.Vue</vt:lpstr>
      <vt:lpstr>Parent component</vt:lpstr>
      <vt:lpstr>PowerPoint Presentation</vt:lpstr>
      <vt:lpstr>การส่ง data ระหว่าง Parent และ Child ผ่าน default slot</vt:lpstr>
      <vt:lpstr>การส่ง data ระหว่าง Parent และ Child ผ่าน default slot</vt:lpstr>
      <vt:lpstr>Child : OutBox.vue</vt:lpstr>
      <vt:lpstr>Parent: App.vue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keywords/>
  <cp:lastModifiedBy>rapirak jirayu</cp:lastModifiedBy>
  <cp:revision>48</cp:revision>
  <dcterms:created xsi:type="dcterms:W3CDTF">2026-02-24T13:07:23Z</dcterms:created>
  <dcterms:modified xsi:type="dcterms:W3CDTF">2026-04-27T13:22:08Z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