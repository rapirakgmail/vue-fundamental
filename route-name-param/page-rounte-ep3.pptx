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196" autoAdjust="0"/>
  </p:normalViewPr>
  <p:slideViewPr>
    <p:cSldViewPr snapToGrid="0">
      <p:cViewPr varScale="1">
        <p:scale>
          <a:sx n="93" d="100"/>
          <a:sy n="93" d="100"/>
        </p:scale>
        <p:origin x="1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16/06/2026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30497" y="2242781"/>
            <a:ext cx="15695525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การใช้</a:t>
            </a:r>
            <a:r>
              <a:rPr lang="en-US" sz="4400" b="1" dirty="0">
                <a:solidFill>
                  <a:schemeClr val="accent1"/>
                </a:solidFill>
              </a:rPr>
              <a:t> “name parameter”</a:t>
            </a:r>
            <a:r>
              <a:rPr lang="th-TH" sz="4400" b="1" dirty="0">
                <a:solidFill>
                  <a:schemeClr val="accent1"/>
                </a:solidFill>
              </a:rPr>
              <a:t> แทน</a:t>
            </a:r>
            <a:r>
              <a:rPr lang="en-US" sz="4400" b="1" dirty="0">
                <a:solidFill>
                  <a:schemeClr val="accent1"/>
                </a:solidFill>
              </a:rPr>
              <a:t> </a:t>
            </a:r>
            <a:br>
              <a:rPr lang="en-US" sz="4400" b="1" dirty="0">
                <a:solidFill>
                  <a:schemeClr val="accent1"/>
                </a:solidFill>
              </a:rPr>
            </a:br>
            <a:r>
              <a:rPr lang="en-US" sz="4400" b="1" dirty="0">
                <a:solidFill>
                  <a:schemeClr val="accent1"/>
                </a:solidFill>
              </a:rPr>
              <a:t>link</a:t>
            </a:r>
            <a:r>
              <a:rPr lang="th-TH" sz="4400" b="1" dirty="0">
                <a:solidFill>
                  <a:schemeClr val="accent1"/>
                </a:solidFill>
              </a:rPr>
              <a:t> </a:t>
            </a:r>
            <a:r>
              <a:rPr lang="en-US" sz="4400" b="1" dirty="0">
                <a:solidFill>
                  <a:schemeClr val="accent1"/>
                </a:solidFill>
              </a:rPr>
              <a:t>path parameter </a:t>
            </a:r>
            <a:r>
              <a:rPr lang="th-TH" sz="4400" b="1" dirty="0">
                <a:solidFill>
                  <a:schemeClr val="accent1"/>
                </a:solidFill>
              </a:rPr>
              <a:t>ใน</a:t>
            </a:r>
            <a:r>
              <a:rPr lang="en-US" sz="4400" b="1" dirty="0">
                <a:solidFill>
                  <a:schemeClr val="accent1"/>
                </a:solidFill>
              </a:rPr>
              <a:t> route table)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683288" y="710684"/>
            <a:ext cx="1142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5400" dirty="0"/>
              <a:t>การทำ</a:t>
            </a:r>
            <a:r>
              <a:rPr lang="en-US" sz="5400" dirty="0"/>
              <a:t>menu</a:t>
            </a:r>
            <a:r>
              <a:rPr lang="th-TH" sz="5400" dirty="0"/>
              <a:t>บน</a:t>
            </a:r>
            <a:r>
              <a:rPr lang="en-US" sz="5400" dirty="0"/>
              <a:t>App </a:t>
            </a:r>
            <a:r>
              <a:rPr lang="th-TH" sz="5400" dirty="0"/>
              <a:t>ด้วย</a:t>
            </a:r>
            <a:r>
              <a:rPr lang="en-US" sz="5400" dirty="0"/>
              <a:t>Vue Router 4 –EP3</a:t>
            </a:r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4B08-3CEB-AA17-5A5A-F874B409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7" y="332521"/>
            <a:ext cx="10515600" cy="725487"/>
          </a:xfrm>
        </p:spPr>
        <p:txBody>
          <a:bodyPr>
            <a:normAutofit fontScale="90000"/>
          </a:bodyPr>
          <a:lstStyle/>
          <a:p>
            <a:r>
              <a:rPr lang="th-TH" dirty="0"/>
              <a:t>โจทย์</a:t>
            </a:r>
            <a:r>
              <a:rPr lang="en-US" dirty="0"/>
              <a:t> :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https://onecompiler.com/vue/44pt8226u</a:t>
            </a:r>
            <a:b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34A19-8AB8-2380-4838-EE533017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4" y="1058008"/>
            <a:ext cx="8778769" cy="50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AF272-BADB-A1EB-4DAF-50DAB75F3EA9}"/>
              </a:ext>
            </a:extLst>
          </p:cNvPr>
          <p:cNvSpPr txBox="1"/>
          <p:nvPr/>
        </p:nvSpPr>
        <p:spPr>
          <a:xfrm>
            <a:off x="5548392" y="1735811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B0841-B0CB-349D-66A2-A6780FDF26B3}"/>
              </a:ext>
            </a:extLst>
          </p:cNvPr>
          <p:cNvSpPr txBox="1"/>
          <p:nvPr/>
        </p:nvSpPr>
        <p:spPr>
          <a:xfrm>
            <a:off x="5545813" y="3841002"/>
            <a:ext cx="2185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Main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09017-C7DA-F52E-6F45-2A6B8267CAB5}"/>
              </a:ext>
            </a:extLst>
          </p:cNvPr>
          <p:cNvSpPr txBox="1"/>
          <p:nvPr/>
        </p:nvSpPr>
        <p:spPr>
          <a:xfrm>
            <a:off x="5468321" y="2988593"/>
            <a:ext cx="2446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Navigation/Menu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D08EE-86A1-3D72-5479-8C54ED7C352F}"/>
              </a:ext>
            </a:extLst>
          </p:cNvPr>
          <p:cNvSpPr txBox="1"/>
          <p:nvPr/>
        </p:nvSpPr>
        <p:spPr>
          <a:xfrm>
            <a:off x="5512232" y="4876805"/>
            <a:ext cx="1160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774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9955D7-A514-A5D0-A9A2-EBDB0438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68" y="600326"/>
            <a:ext cx="9478541" cy="4415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FA007-668A-EF5E-5DDD-4F27A3411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3900" y="-1782174"/>
            <a:ext cx="5681044" cy="10178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1901C7-06A9-F8FF-692D-A0CE15AECDA6}"/>
              </a:ext>
            </a:extLst>
          </p:cNvPr>
          <p:cNvSpPr txBox="1"/>
          <p:nvPr/>
        </p:nvSpPr>
        <p:spPr>
          <a:xfrm>
            <a:off x="4433330" y="153762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https://onecompiler.com/vue/44pt8226u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909BF-AADC-0D99-74FD-DAA9C0AA6B43}"/>
              </a:ext>
            </a:extLst>
          </p:cNvPr>
          <p:cNvSpPr txBox="1"/>
          <p:nvPr/>
        </p:nvSpPr>
        <p:spPr>
          <a:xfrm>
            <a:off x="8572500" y="204562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main.js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727EA9-ADC6-810E-9480-A6F4CEA06F56}"/>
              </a:ext>
            </a:extLst>
          </p:cNvPr>
          <p:cNvSpPr txBox="1"/>
          <p:nvPr/>
        </p:nvSpPr>
        <p:spPr>
          <a:xfrm>
            <a:off x="2222501" y="10033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HomeView.vue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766147-36AF-22F9-779B-DAFD9B916B3B}"/>
              </a:ext>
            </a:extLst>
          </p:cNvPr>
          <p:cNvSpPr txBox="1"/>
          <p:nvPr/>
        </p:nvSpPr>
        <p:spPr>
          <a:xfrm>
            <a:off x="8724900" y="4281262"/>
            <a:ext cx="95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App.vue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3687DF-8718-62E2-BC33-FAB9D5477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689" y="4650594"/>
            <a:ext cx="7230484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2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72C1-E4ED-6599-7683-43EE1D4A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234DE1-5FBB-2CC4-E3D2-51DD253DC2C1}"/>
              </a:ext>
            </a:extLst>
          </p:cNvPr>
          <p:cNvSpPr txBox="1"/>
          <p:nvPr/>
        </p:nvSpPr>
        <p:spPr>
          <a:xfrm>
            <a:off x="7339481" y="145534"/>
            <a:ext cx="433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https://onecompiler.com/vue/44sd6m5zs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E370C-A0B0-83C9-5309-C6A4BE93BDF4}"/>
              </a:ext>
            </a:extLst>
          </p:cNvPr>
          <p:cNvSpPr txBox="1"/>
          <p:nvPr/>
        </p:nvSpPr>
        <p:spPr>
          <a:xfrm>
            <a:off x="101600" y="289166"/>
            <a:ext cx="9042400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[</a:t>
            </a:r>
          </a:p>
          <a:p>
            <a:pPr>
              <a:lnSpc>
                <a:spcPts val="1425"/>
              </a:lnSpc>
              <a:buNone/>
            </a:pPr>
            <a:endParaRPr lang="th-TH" b="0" i="1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 //{ path: '/', redirect: '/about’ },</a:t>
            </a:r>
            <a:endParaRPr lang="th-TH" b="0" i="1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'/about'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AboutView,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vabout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HomeView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vhome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optionview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OptionView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US" b="0" dirty="0">
                <a:solidFill>
                  <a:srgbClr val="E4564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184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voption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              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});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674A3-1135-D081-DBD8-8CDC27A0DB06}"/>
              </a:ext>
            </a:extLst>
          </p:cNvPr>
          <p:cNvSpPr txBox="1"/>
          <p:nvPr/>
        </p:nvSpPr>
        <p:spPr>
          <a:xfrm>
            <a:off x="3517900" y="2413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main.js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FC3D6-C8B9-1E23-DAE5-11F7DDE6E021}"/>
              </a:ext>
            </a:extLst>
          </p:cNvPr>
          <p:cNvSpPr txBox="1"/>
          <p:nvPr/>
        </p:nvSpPr>
        <p:spPr>
          <a:xfrm>
            <a:off x="8773297" y="1062681"/>
            <a:ext cx="8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0000FF"/>
                </a:highlight>
              </a:rPr>
              <a:t>Step: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2871AB-97B0-583C-F66F-79C1786A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2" y="3021979"/>
            <a:ext cx="9478541" cy="441590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99F1C8C-4E82-38D7-8C74-A1DA17CDBA39}"/>
              </a:ext>
            </a:extLst>
          </p:cNvPr>
          <p:cNvSpPr/>
          <p:nvPr/>
        </p:nvSpPr>
        <p:spPr>
          <a:xfrm rot="7542169">
            <a:off x="6524308" y="2333916"/>
            <a:ext cx="480145" cy="56719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7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866A-4078-5E91-B0AE-799418A1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ACB9BB-01D8-472C-C7D4-E193BDFA0413}"/>
              </a:ext>
            </a:extLst>
          </p:cNvPr>
          <p:cNvSpPr txBox="1"/>
          <p:nvPr/>
        </p:nvSpPr>
        <p:spPr>
          <a:xfrm>
            <a:off x="6324600" y="145534"/>
            <a:ext cx="433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https://onecompiler.com/vue/44sebppku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99C823-28BC-3539-E2B0-B1FCA6FA2B17}"/>
              </a:ext>
            </a:extLst>
          </p:cNvPr>
          <p:cNvSpPr txBox="1"/>
          <p:nvPr/>
        </p:nvSpPr>
        <p:spPr>
          <a:xfrm>
            <a:off x="3517900" y="241300"/>
            <a:ext cx="95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App.vue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E4B469-323B-FC83-95B8-EF2BF5CC5B29}"/>
              </a:ext>
            </a:extLst>
          </p:cNvPr>
          <p:cNvSpPr txBox="1"/>
          <p:nvPr/>
        </p:nvSpPr>
        <p:spPr>
          <a:xfrm>
            <a:off x="266700" y="808683"/>
            <a:ext cx="6908800" cy="2440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"menu"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:to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 name: '</a:t>
            </a:r>
            <a:r>
              <a:rPr lang="en-US" b="0" dirty="0" err="1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vhome</a:t>
            </a:r>
            <a:r>
              <a:rPr lang="en-US" dirty="0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’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50A14F"/>
                </a:solidFill>
                <a:latin typeface="Consolas" panose="020B0609020204030204" pitchFamily="49" charset="0"/>
              </a:rPr>
              <a:t> " 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Home&lt;/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"/about"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&gt;About&lt;/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98680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 name:'</a:t>
            </a:r>
            <a:r>
              <a:rPr lang="en-US" b="0" dirty="0" err="1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voption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 }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Optionview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A4A71E-62B5-3C25-818A-1751000AD4E7}"/>
              </a:ext>
            </a:extLst>
          </p:cNvPr>
          <p:cNvSpPr txBox="1"/>
          <p:nvPr/>
        </p:nvSpPr>
        <p:spPr>
          <a:xfrm>
            <a:off x="10239143" y="3747306"/>
            <a:ext cx="95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App.vue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12DB2B-582A-853B-E602-EBC0E2D0B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258" y="4209759"/>
            <a:ext cx="7230484" cy="1800476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64FCDA17-7285-6E3C-530B-09160B08ADB9}"/>
              </a:ext>
            </a:extLst>
          </p:cNvPr>
          <p:cNvSpPr/>
          <p:nvPr/>
        </p:nvSpPr>
        <p:spPr>
          <a:xfrm rot="7542169">
            <a:off x="6524308" y="3167925"/>
            <a:ext cx="480145" cy="56719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2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28AB-2E13-E618-5938-91995729B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C39D0D-0CE9-8613-0F10-4DC92F1F2816}"/>
              </a:ext>
            </a:extLst>
          </p:cNvPr>
          <p:cNvSpPr txBox="1"/>
          <p:nvPr/>
        </p:nvSpPr>
        <p:spPr>
          <a:xfrm>
            <a:off x="6324600" y="145534"/>
            <a:ext cx="433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https://onecompiler.com/vue/44rumvfu3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2D95E7-94E3-F867-5844-EBD3E2F4C406}"/>
              </a:ext>
            </a:extLst>
          </p:cNvPr>
          <p:cNvSpPr txBox="1"/>
          <p:nvPr/>
        </p:nvSpPr>
        <p:spPr>
          <a:xfrm>
            <a:off x="984738" y="1107366"/>
            <a:ext cx="4536691" cy="19523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goToAbout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router.push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dirty="0"/>
              <a:t>{ name: </a:t>
            </a:r>
            <a:r>
              <a:rPr lang="en-US" dirty="0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voption</a:t>
            </a:r>
            <a:r>
              <a:rPr lang="en-US" dirty="0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dirty="0"/>
              <a:t>}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AE02D-5AA3-BCD4-B872-1C46D89D0380}"/>
              </a:ext>
            </a:extLst>
          </p:cNvPr>
          <p:cNvSpPr txBox="1"/>
          <p:nvPr/>
        </p:nvSpPr>
        <p:spPr>
          <a:xfrm>
            <a:off x="1990830" y="63258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HomeView.vue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88BA03-4B67-D7B8-3F0F-4C995C64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325" y="-1179270"/>
            <a:ext cx="5681044" cy="10178064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9A99DF01-04B8-9518-13ED-9A4C46C210F4}"/>
              </a:ext>
            </a:extLst>
          </p:cNvPr>
          <p:cNvSpPr/>
          <p:nvPr/>
        </p:nvSpPr>
        <p:spPr>
          <a:xfrm rot="7542169">
            <a:off x="4622007" y="2969927"/>
            <a:ext cx="611196" cy="56719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0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FFB929-2630-8873-647A-28F8DC58F467}"/>
              </a:ext>
            </a:extLst>
          </p:cNvPr>
          <p:cNvSpPr txBox="1"/>
          <p:nvPr/>
        </p:nvSpPr>
        <p:spPr>
          <a:xfrm>
            <a:off x="6324600" y="145534"/>
            <a:ext cx="433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https://onecompiler.com/vue/44rumvfu3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C2004-AB6F-8B05-2867-16EF4F7C5B18}"/>
              </a:ext>
            </a:extLst>
          </p:cNvPr>
          <p:cNvSpPr txBox="1"/>
          <p:nvPr/>
        </p:nvSpPr>
        <p:spPr>
          <a:xfrm>
            <a:off x="101600" y="289166"/>
            <a:ext cx="9042400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[</a:t>
            </a:r>
          </a:p>
          <a:p>
            <a:pPr>
              <a:lnSpc>
                <a:spcPts val="1425"/>
              </a:lnSpc>
              <a:buNone/>
            </a:pPr>
            <a:endParaRPr lang="th-TH" b="0" i="1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 //{ path: '/', redirect: '/about’ },</a:t>
            </a:r>
            <a:endParaRPr lang="th-TH" b="0" i="1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'/about'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AboutView,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vabout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HomeView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vhome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optionview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OptionView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US" b="0" dirty="0">
                <a:solidFill>
                  <a:srgbClr val="E4564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184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voption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              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});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9BF7-0648-B8F0-D589-F65BAE7353BF}"/>
              </a:ext>
            </a:extLst>
          </p:cNvPr>
          <p:cNvSpPr txBox="1"/>
          <p:nvPr/>
        </p:nvSpPr>
        <p:spPr>
          <a:xfrm>
            <a:off x="3517900" y="2413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main.js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A1E0D-770A-72BE-3067-9F2BA0228464}"/>
              </a:ext>
            </a:extLst>
          </p:cNvPr>
          <p:cNvSpPr txBox="1"/>
          <p:nvPr/>
        </p:nvSpPr>
        <p:spPr>
          <a:xfrm>
            <a:off x="7566409" y="2875079"/>
            <a:ext cx="4536691" cy="19523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goToAbout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router.push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dirty="0"/>
              <a:t>{ name: </a:t>
            </a:r>
            <a:r>
              <a:rPr lang="en-US" dirty="0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voption</a:t>
            </a:r>
            <a:r>
              <a:rPr lang="en-US" dirty="0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’</a:t>
            </a:r>
            <a:r>
              <a:rPr lang="en-US" dirty="0"/>
              <a:t>}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7781E5-B1C3-9F10-3C6F-B1EFA5C813CE}"/>
              </a:ext>
            </a:extLst>
          </p:cNvPr>
          <p:cNvSpPr txBox="1"/>
          <p:nvPr/>
        </p:nvSpPr>
        <p:spPr>
          <a:xfrm>
            <a:off x="8572501" y="24003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HomeView.vue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2290AD-25A7-C032-73DE-32A5B1AEAAAA}"/>
              </a:ext>
            </a:extLst>
          </p:cNvPr>
          <p:cNvSpPr txBox="1"/>
          <p:nvPr/>
        </p:nvSpPr>
        <p:spPr>
          <a:xfrm>
            <a:off x="266700" y="2898742"/>
            <a:ext cx="6908800" cy="2440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"menu"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:to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 name: '</a:t>
            </a:r>
            <a:r>
              <a:rPr lang="en-US" b="0" dirty="0" err="1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vhome</a:t>
            </a:r>
            <a:r>
              <a:rPr lang="en-US" dirty="0">
                <a:solidFill>
                  <a:srgbClr val="50A1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’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50A14F"/>
                </a:solidFill>
                <a:latin typeface="Consolas" panose="020B0609020204030204" pitchFamily="49" charset="0"/>
              </a:rPr>
              <a:t> " 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Home&lt;/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"/about"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&gt;About&lt;/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98680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 name:'</a:t>
            </a:r>
            <a:r>
              <a:rPr lang="en-US" b="0" dirty="0" err="1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voption</a:t>
            </a:r>
            <a:r>
              <a:rPr lang="en-US" b="0" dirty="0">
                <a:solidFill>
                  <a:srgbClr val="50A1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 }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Optionview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A27814-AF8D-CD60-8A48-C6F1F337B4EA}"/>
              </a:ext>
            </a:extLst>
          </p:cNvPr>
          <p:cNvSpPr txBox="1"/>
          <p:nvPr/>
        </p:nvSpPr>
        <p:spPr>
          <a:xfrm>
            <a:off x="6159500" y="4611462"/>
            <a:ext cx="95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App.vue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8A24F-07BE-5F20-3E32-45260A0559CB}"/>
              </a:ext>
            </a:extLst>
          </p:cNvPr>
          <p:cNvSpPr txBox="1"/>
          <p:nvPr/>
        </p:nvSpPr>
        <p:spPr>
          <a:xfrm>
            <a:off x="8773297" y="1062681"/>
            <a:ext cx="8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0000FF"/>
                </a:highlight>
              </a:rPr>
              <a:t>Step: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D79B2-D41B-8FBD-34CF-272FDA8C9992}"/>
              </a:ext>
            </a:extLst>
          </p:cNvPr>
          <p:cNvSpPr txBox="1"/>
          <p:nvPr/>
        </p:nvSpPr>
        <p:spPr>
          <a:xfrm>
            <a:off x="2969722" y="5416389"/>
            <a:ext cx="8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0000FF"/>
                </a:highlight>
              </a:rPr>
              <a:t>Step: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6D2B4-5132-1259-294B-EB960D4C44EB}"/>
              </a:ext>
            </a:extLst>
          </p:cNvPr>
          <p:cNvSpPr txBox="1"/>
          <p:nvPr/>
        </p:nvSpPr>
        <p:spPr>
          <a:xfrm>
            <a:off x="9251092" y="4827381"/>
            <a:ext cx="8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0000FF"/>
                </a:highlight>
              </a:rPr>
              <a:t>Step: 2</a:t>
            </a:r>
          </a:p>
        </p:txBody>
      </p:sp>
    </p:spTree>
    <p:extLst>
      <p:ext uri="{BB962C8B-B14F-4D97-AF65-F5344CB8AC3E}">
        <p14:creationId xmlns:p14="http://schemas.microsoft.com/office/powerpoint/2010/main" val="204524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4073</TotalTime>
  <Words>440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 (ตอน:การใช้ “name parameter” แทน  link path parameter ใน route table)</vt:lpstr>
      <vt:lpstr>โจทย์ : https://onecompiler.com/vue/44pt8226u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140</cp:revision>
  <dcterms:created xsi:type="dcterms:W3CDTF">2026-05-16T02:50:47Z</dcterms:created>
  <dcterms:modified xsi:type="dcterms:W3CDTF">2026-06-16T01:13:40Z</dcterms:modified>
</cp:coreProperties>
</file>