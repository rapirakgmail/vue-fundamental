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5"/>
    <p:sldId id="310" r:id="rId6"/>
    <p:sldId id="31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0"/>
            <p14:sldId id="313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79641" autoAdjust="0"/>
  </p:normalViewPr>
  <p:slideViewPr>
    <p:cSldViewPr snapToGrid="0">
      <p:cViewPr varScale="1">
        <p:scale>
          <a:sx n="83" d="100"/>
          <a:sy n="83" d="100"/>
        </p:scale>
        <p:origin x="150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01/05/2026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01/05/2026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545-6D4B-36E7-E46A-16D4DFF0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FB35-69C0-62F6-10ED-947860F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BC537-5B67-DDD1-1091-ED62EA96C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3B3-8E12-9180-946E-ABBB8DA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3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01/05/2026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01/05/2026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02741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th-TH" sz="3600" b="1" dirty="0"/>
              <a:t>การส่งข้อมูลกลับจาก</a:t>
            </a:r>
            <a:r>
              <a:rPr lang="en-US" sz="3600" b="1" dirty="0"/>
              <a:t> Child </a:t>
            </a:r>
            <a:r>
              <a:rPr lang="th-TH" sz="3600" b="1" dirty="0"/>
              <a:t>ไปยัง </a:t>
            </a:r>
            <a:r>
              <a:rPr lang="en-US" sz="3600" b="1" dirty="0"/>
              <a:t>parent component</a:t>
            </a:r>
            <a:br>
              <a:rPr lang="en-US" sz="3600" b="1" dirty="0"/>
            </a:br>
            <a:r>
              <a:rPr lang="th-TH" sz="3600" b="1" dirty="0"/>
              <a:t>โดยใช้</a:t>
            </a:r>
            <a:r>
              <a:rPr lang="en-US" sz="3600" b="1" dirty="0"/>
              <a:t> </a:t>
            </a:r>
            <a:r>
              <a:rPr lang="en-US" sz="3600" b="1" dirty="0" err="1"/>
              <a:t>defineEmits&amp;emit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b="1" dirty="0"/>
              <a:t>วัตถุประสงค์ของ </a:t>
            </a:r>
            <a:r>
              <a:rPr lang="en-US" b="1" dirty="0" err="1"/>
              <a:t>defineEmits&amp;emit</a:t>
            </a:r>
            <a:endParaRPr lang="en-US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8A15A6-F226-8E3A-F86B-BF468F682754}"/>
              </a:ext>
            </a:extLst>
          </p:cNvPr>
          <p:cNvSpPr txBox="1">
            <a:spLocks/>
          </p:cNvSpPr>
          <p:nvPr/>
        </p:nvSpPr>
        <p:spPr>
          <a:xfrm>
            <a:off x="202127" y="1167869"/>
            <a:ext cx="11950117" cy="445742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  <a:p>
            <a:pPr marL="514350" indent="-514350">
              <a:buAutoNum type="arabicPeriod"/>
            </a:pPr>
            <a:r>
              <a:rPr lang="en-US" sz="4000" dirty="0"/>
              <a:t>Vue </a:t>
            </a:r>
            <a:r>
              <a:rPr lang="th-TH" sz="4000" dirty="0"/>
              <a:t>ไม่มี</a:t>
            </a:r>
            <a:r>
              <a:rPr lang="th-TH" sz="4000" b="1" dirty="0"/>
              <a:t>กลไกลคืนข้อมูลจาก</a:t>
            </a:r>
            <a:r>
              <a:rPr lang="en-US" sz="4000" dirty="0"/>
              <a:t> child</a:t>
            </a:r>
            <a:r>
              <a:rPr lang="th-TH" sz="4000" dirty="0"/>
              <a:t> ไปให้กับ </a:t>
            </a:r>
            <a:r>
              <a:rPr lang="en-US" sz="4000" dirty="0"/>
              <a:t>parent</a:t>
            </a:r>
            <a:r>
              <a:rPr lang="th-TH" sz="4000" dirty="0"/>
              <a:t>โดยตรง</a:t>
            </a:r>
            <a:r>
              <a:rPr lang="en-US" sz="4000" dirty="0"/>
              <a:t>  </a:t>
            </a:r>
          </a:p>
          <a:p>
            <a:pPr marL="514350" indent="-514350">
              <a:buAutoNum type="arabicPeriod"/>
            </a:pPr>
            <a:r>
              <a:rPr lang="en-US" sz="4000" dirty="0"/>
              <a:t>Vue </a:t>
            </a:r>
            <a:r>
              <a:rPr lang="th-TH" sz="4000" dirty="0"/>
              <a:t>ใช้เทคนิคการส่ง</a:t>
            </a:r>
            <a:r>
              <a:rPr lang="en-US" sz="4000" dirty="0"/>
              <a:t> “event” </a:t>
            </a:r>
            <a:r>
              <a:rPr lang="th-TH" sz="4000" dirty="0"/>
              <a:t>จาก</a:t>
            </a:r>
            <a:r>
              <a:rPr lang="en-US" sz="4000" dirty="0"/>
              <a:t> child component </a:t>
            </a:r>
            <a:r>
              <a:rPr lang="th-TH" sz="4000" dirty="0"/>
              <a:t> เพื่อกระตุ้น</a:t>
            </a:r>
            <a:r>
              <a:rPr lang="en-US" sz="4000" dirty="0"/>
              <a:t>(</a:t>
            </a:r>
            <a:r>
              <a:rPr lang="en-US" sz="4000" dirty="0" err="1"/>
              <a:t>triger</a:t>
            </a:r>
            <a:r>
              <a:rPr lang="en-US" sz="4000" dirty="0"/>
              <a:t>) </a:t>
            </a:r>
            <a:r>
              <a:rPr lang="th-TH" sz="4000" dirty="0"/>
              <a:t>ให้</a:t>
            </a:r>
            <a:r>
              <a:rPr lang="en-US" sz="4000" dirty="0"/>
              <a:t> function</a:t>
            </a:r>
            <a:r>
              <a:rPr lang="th-TH" sz="4000" dirty="0"/>
              <a:t> ที่อยู่ใน </a:t>
            </a:r>
            <a:r>
              <a:rPr lang="en-US" sz="4000" dirty="0"/>
              <a:t>parent component</a:t>
            </a:r>
            <a:r>
              <a:rPr lang="th-TH" sz="4000" dirty="0"/>
              <a:t> รับข้อมูลจาก</a:t>
            </a:r>
            <a:r>
              <a:rPr lang="en-US" sz="4000" dirty="0"/>
              <a:t> child</a:t>
            </a:r>
            <a:r>
              <a:rPr lang="th-TH" sz="4000" dirty="0"/>
              <a:t> โดยคำสั่งใช้ </a:t>
            </a:r>
            <a:r>
              <a:rPr lang="en-US" sz="4000" b="1" dirty="0" err="1"/>
              <a:t>defineEmits</a:t>
            </a:r>
            <a:endParaRPr lang="en-US" sz="4000" dirty="0"/>
          </a:p>
          <a:p>
            <a:pPr marL="514350" indent="-514350">
              <a:buAutoNum type="arabicPeriod"/>
            </a:pP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F6A3-941F-3DC8-294A-0B38B70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5699-2A94-1AD9-4153-E4F27E2C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693" y="448056"/>
            <a:ext cx="2062967" cy="640080"/>
          </a:xfrm>
        </p:spPr>
        <p:txBody>
          <a:bodyPr/>
          <a:lstStyle/>
          <a:p>
            <a:r>
              <a:rPr lang="en-US" dirty="0"/>
              <a:t>Child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7C41F-39D4-ADAF-2248-E97D57D99408}"/>
              </a:ext>
            </a:extLst>
          </p:cNvPr>
          <p:cNvSpPr txBox="1"/>
          <p:nvPr/>
        </p:nvSpPr>
        <p:spPr>
          <a:xfrm>
            <a:off x="278296" y="1220204"/>
            <a:ext cx="6374296" cy="317875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b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//return emit function</a:t>
            </a:r>
            <a:endParaRPr lang="th-TH" sz="24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defineEmits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350"/>
              </a:lnSpc>
              <a:buNone/>
            </a:pPr>
            <a:b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one parameter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sendDataF1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endParaRPr lang="th-TH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endParaRPr lang="th-TH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‘f’,1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12D49-7CAA-6A54-B715-D6B97F2D63A7}"/>
              </a:ext>
            </a:extLst>
          </p:cNvPr>
          <p:cNvSpPr txBox="1"/>
          <p:nvPr/>
        </p:nvSpPr>
        <p:spPr>
          <a:xfrm>
            <a:off x="165737" y="4534586"/>
            <a:ext cx="71263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 </a:t>
            </a:r>
            <a:r>
              <a:rPr lang="en-US" sz="2800" dirty="0"/>
              <a:t>       : </a:t>
            </a:r>
            <a:r>
              <a:rPr lang="th-TH" sz="2800" dirty="0"/>
              <a:t>เป็น</a:t>
            </a:r>
            <a:r>
              <a:rPr lang="en-US" sz="2800" dirty="0"/>
              <a:t> parameter</a:t>
            </a:r>
            <a:r>
              <a:rPr lang="th-TH" sz="2800" dirty="0"/>
              <a:t> ที่รับข้อมูลจาก</a:t>
            </a:r>
            <a:r>
              <a:rPr lang="en-US" sz="2800" dirty="0"/>
              <a:t> parent </a:t>
            </a:r>
          </a:p>
          <a:p>
            <a:r>
              <a:rPr lang="en-US" sz="2800" dirty="0"/>
              <a:t>          component </a:t>
            </a:r>
            <a:r>
              <a:rPr lang="th-TH" sz="2800" dirty="0"/>
              <a:t>มีชนิดเป็น</a:t>
            </a:r>
            <a:r>
              <a:rPr lang="en-US" sz="2800" dirty="0"/>
              <a:t> function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emit</a:t>
            </a:r>
            <a:r>
              <a:rPr lang="en-US" sz="2800" dirty="0"/>
              <a:t> :  “emit” </a:t>
            </a:r>
            <a:r>
              <a:rPr lang="th-TH" sz="2800" dirty="0"/>
              <a:t>ค่าทีได้จากการคืนค่าของ</a:t>
            </a:r>
            <a:r>
              <a:rPr lang="en-US" sz="2800" dirty="0" err="1"/>
              <a:t>defineEmits</a:t>
            </a:r>
            <a:endParaRPr lang="th-TH" sz="2800" dirty="0"/>
          </a:p>
          <a:p>
            <a:r>
              <a:rPr lang="th-TH" sz="2800" dirty="0"/>
              <a:t>             อยู่ในรูปของฟังชัน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emit(‘f’,1)</a:t>
            </a:r>
            <a:r>
              <a:rPr lang="th-TH" sz="2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th-TH" sz="2800" dirty="0">
                <a:solidFill>
                  <a:srgbClr val="FF0000"/>
                </a:solidFill>
                <a:latin typeface="Consolas" panose="020B0609020204030204" pitchFamily="49" charset="0"/>
              </a:rPr>
              <a:t>ส่ง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event </a:t>
            </a:r>
            <a:r>
              <a:rPr lang="th-TH" sz="2800" dirty="0">
                <a:solidFill>
                  <a:srgbClr val="FF0000"/>
                </a:solidFill>
                <a:latin typeface="Consolas" panose="020B0609020204030204" pitchFamily="49" charset="0"/>
              </a:rPr>
              <a:t>พร้อมด้วยข้อมูล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’1’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306382-0B9D-E5E5-F9D5-2E1FAE4EC6DA}"/>
              </a:ext>
            </a:extLst>
          </p:cNvPr>
          <p:cNvSpPr txBox="1"/>
          <p:nvPr/>
        </p:nvSpPr>
        <p:spPr>
          <a:xfrm>
            <a:off x="7832041" y="1516336"/>
            <a:ext cx="3869628" cy="299921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endParaRPr lang="th-TH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350"/>
              </a:lnSpc>
              <a:buNone/>
            </a:pPr>
            <a:r>
              <a:rPr lang="en-US" sz="2400" dirty="0">
                <a:solidFill>
                  <a:srgbClr val="DCDCAA"/>
                </a:solidFill>
                <a:latin typeface="Consolas" panose="020B0609020204030204" pitchFamily="49" charset="0"/>
              </a:rPr>
              <a:t>function f1_sub(p1){</a:t>
            </a:r>
          </a:p>
          <a:p>
            <a:pPr>
              <a:lnSpc>
                <a:spcPts val="1350"/>
              </a:lnSpc>
              <a:buNone/>
            </a:pPr>
            <a:r>
              <a:rPr lang="en-US" sz="2400" dirty="0">
                <a:solidFill>
                  <a:srgbClr val="DCDCAA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2400" dirty="0">
                <a:solidFill>
                  <a:srgbClr val="DCDCAA"/>
                </a:solidFill>
                <a:latin typeface="Consolas" panose="020B0609020204030204" pitchFamily="49" charset="0"/>
              </a:rPr>
              <a:t> // do-some-thing</a:t>
            </a:r>
          </a:p>
          <a:p>
            <a:pPr>
              <a:lnSpc>
                <a:spcPts val="1350"/>
              </a:lnSpc>
              <a:buNone/>
            </a:pPr>
            <a:r>
              <a:rPr lang="en-US" sz="2400" dirty="0">
                <a:solidFill>
                  <a:srgbClr val="DCDCAA"/>
                </a:solidFill>
                <a:latin typeface="Consolas" panose="020B0609020204030204" pitchFamily="49" charset="0"/>
              </a:rPr>
              <a:t>  </a:t>
            </a:r>
          </a:p>
          <a:p>
            <a:pPr>
              <a:lnSpc>
                <a:spcPts val="1350"/>
              </a:lnSpc>
              <a:buNone/>
            </a:pPr>
            <a:r>
              <a:rPr lang="en-US" sz="2400" dirty="0">
                <a:solidFill>
                  <a:srgbClr val="DCDCAA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350"/>
              </a:lnSpc>
              <a:buNone/>
            </a:pPr>
            <a:endParaRPr lang="en-US" sz="2400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endParaRPr lang="th-TH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th-TH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 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@f</a:t>
            </a:r>
            <a:r>
              <a:rPr lang="th-TH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f1_sub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th-TH" sz="24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endParaRPr lang="th-TH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th-TH" sz="24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Child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endParaRPr lang="th-TH" sz="2400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2DD287-DA71-FE41-3054-055252835557}"/>
              </a:ext>
            </a:extLst>
          </p:cNvPr>
          <p:cNvSpPr txBox="1">
            <a:spLocks/>
          </p:cNvSpPr>
          <p:nvPr/>
        </p:nvSpPr>
        <p:spPr>
          <a:xfrm>
            <a:off x="8691181" y="547448"/>
            <a:ext cx="2062967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861AD-B89E-84E8-5B15-2A9129182E63}"/>
              </a:ext>
            </a:extLst>
          </p:cNvPr>
          <p:cNvSpPr txBox="1"/>
          <p:nvPr/>
        </p:nvSpPr>
        <p:spPr>
          <a:xfrm>
            <a:off x="7419373" y="4814921"/>
            <a:ext cx="45084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@:</a:t>
            </a:r>
            <a:r>
              <a:rPr lang="th-TH" sz="2400" dirty="0">
                <a:solidFill>
                  <a:srgbClr val="FF0000"/>
                </a:solidFill>
              </a:rPr>
              <a:t> เครื่องการส่ง</a:t>
            </a:r>
            <a:r>
              <a:rPr lang="en-US" sz="2400" dirty="0">
                <a:solidFill>
                  <a:srgbClr val="FF0000"/>
                </a:solidFill>
              </a:rPr>
              <a:t> parameter</a:t>
            </a:r>
            <a:r>
              <a:rPr lang="th-TH" sz="2400" dirty="0">
                <a:solidFill>
                  <a:srgbClr val="FF0000"/>
                </a:solidFill>
              </a:rPr>
              <a:t>แบบ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     function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   : </a:t>
            </a:r>
            <a:r>
              <a:rPr lang="th-TH" sz="2400" dirty="0">
                <a:solidFill>
                  <a:srgbClr val="FF0000"/>
                </a:solidFill>
              </a:rPr>
              <a:t>ชื่อ</a:t>
            </a:r>
            <a:r>
              <a:rPr lang="en-US" sz="2400" dirty="0">
                <a:solidFill>
                  <a:srgbClr val="FF0000"/>
                </a:solidFill>
              </a:rPr>
              <a:t> parameter </a:t>
            </a:r>
            <a:r>
              <a:rPr lang="th-TH" sz="2400" dirty="0">
                <a:solidFill>
                  <a:srgbClr val="FF0000"/>
                </a:solidFill>
              </a:rPr>
              <a:t>ของ</a:t>
            </a:r>
            <a:r>
              <a:rPr lang="en-US" sz="2400" dirty="0">
                <a:solidFill>
                  <a:srgbClr val="FF0000"/>
                </a:solidFill>
              </a:rPr>
              <a:t> child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“f1_sub” : subroutine </a:t>
            </a:r>
            <a:r>
              <a:rPr lang="th-TH" sz="2400" dirty="0">
                <a:solidFill>
                  <a:srgbClr val="FF0000"/>
                </a:solidFill>
              </a:rPr>
              <a:t>ที่ส่ง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</a:t>
            </a:r>
            <a:r>
              <a:rPr lang="th-TH" sz="2400" dirty="0">
                <a:solidFill>
                  <a:srgbClr val="FF0000"/>
                </a:solidFill>
              </a:rPr>
              <a:t>ให้</a:t>
            </a:r>
            <a:r>
              <a:rPr lang="en-US" sz="2400" dirty="0">
                <a:solidFill>
                  <a:srgbClr val="FF0000"/>
                </a:solidFill>
              </a:rPr>
              <a:t> child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2424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7507</TotalTime>
  <Words>209</Words>
  <Application>Microsoft Office PowerPoint</Application>
  <PresentationFormat>Widescreen</PresentationFormat>
  <Paragraphs>47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Consolas</vt:lpstr>
      <vt:lpstr>Segoe UI</vt:lpstr>
      <vt:lpstr>Segoe UI Light</vt:lpstr>
      <vt:lpstr>Custom</vt:lpstr>
      <vt:lpstr>การส่งข้อมูลกลับจาก Child ไปยัง parent component โดยใช้ defineEmits&amp;emit</vt:lpstr>
      <vt:lpstr>วัตถุประสงค์ของ defineEmits&amp;emit</vt:lpstr>
      <vt:lpstr>Child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84</cp:revision>
  <dcterms:created xsi:type="dcterms:W3CDTF">2026-02-24T13:07:23Z</dcterms:created>
  <dcterms:modified xsi:type="dcterms:W3CDTF">2026-05-01T02:08:42Z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