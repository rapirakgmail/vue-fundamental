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5"/>
    <p:sldId id="310" r:id="rId6"/>
    <p:sldId id="31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0"/>
            <p14:sldId id="312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2" autoAdjust="0"/>
    <p:restoredTop sz="78745" autoAdjust="0"/>
  </p:normalViewPr>
  <p:slideViewPr>
    <p:cSldViewPr snapToGrid="0">
      <p:cViewPr varScale="1">
        <p:scale>
          <a:sx n="79" d="100"/>
          <a:sy n="79" d="100"/>
        </p:scale>
        <p:origin x="160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27/04/2026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27/04/2026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ref, watch, reactive } from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state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var1 = ref(0);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//normal variable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var2 = 0;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actions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incVar1()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data1.var1++;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incVar2()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var2++;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console.log("var2:", var2);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watch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watch(var1,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console.log("var1 changed:",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"→",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&lt;p&gt;var1 = {{ var1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&lt;button @click="incVar1()"&gt;var1++&lt;/button&gt;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&lt;p&gt;var2 = {{ var2 }}&lt;/p&gt;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&lt;button @click="incVar2()"&gt;var2++&lt;/button&gt;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146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27/04/2026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27/04/2026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b="1" dirty="0"/>
              <a:t>State variable in Vue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4D6D-5F80-BADC-1A81-A5D61A88F4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9351" y="2301240"/>
            <a:ext cx="11433049" cy="4587240"/>
          </a:xfrm>
        </p:spPr>
        <p:txBody>
          <a:bodyPr>
            <a:normAutofit fontScale="32500" lnSpcReduction="20000"/>
          </a:bodyPr>
          <a:lstStyle/>
          <a:p>
            <a:pPr marL="514350" indent="-514350">
              <a:lnSpc>
                <a:spcPct val="100000"/>
              </a:lnSpc>
              <a:buFontTx/>
              <a:buAutoNum type="arabicPeriod"/>
            </a:pPr>
            <a:r>
              <a:rPr lang="en-US" sz="7400" dirty="0"/>
              <a:t>ref()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sz="7400" dirty="0"/>
              <a:t>	</a:t>
            </a:r>
            <a:r>
              <a:rPr lang="en-US" sz="7400" dirty="0">
                <a:solidFill>
                  <a:srgbClr val="FF0000"/>
                </a:solidFill>
              </a:rPr>
              <a:t>const var1 = ref(0);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sz="7400" dirty="0"/>
              <a:t>       var1.value =10</a:t>
            </a:r>
          </a:p>
          <a:p>
            <a:pPr marL="514350" indent="-514350">
              <a:lnSpc>
                <a:spcPct val="100000"/>
              </a:lnSpc>
              <a:buFontTx/>
              <a:buAutoNum type="arabicPeriod"/>
            </a:pPr>
            <a:r>
              <a:rPr lang="en-US" sz="7400" dirty="0"/>
              <a:t>reactive()</a:t>
            </a:r>
            <a:endParaRPr lang="th-TH" sz="7400" dirty="0"/>
          </a:p>
          <a:p>
            <a:pPr>
              <a:lnSpc>
                <a:spcPct val="100000"/>
              </a:lnSpc>
            </a:pPr>
            <a:r>
              <a:rPr lang="en-US" sz="7400" dirty="0"/>
              <a:t>	</a:t>
            </a:r>
            <a:r>
              <a:rPr lang="en-US" sz="7400" dirty="0">
                <a:solidFill>
                  <a:srgbClr val="FF0000"/>
                </a:solidFill>
              </a:rPr>
              <a:t>const </a:t>
            </a:r>
            <a:r>
              <a:rPr lang="en-US" sz="7400" dirty="0" err="1">
                <a:solidFill>
                  <a:srgbClr val="FF0000"/>
                </a:solidFill>
              </a:rPr>
              <a:t>storeVar</a:t>
            </a:r>
            <a:r>
              <a:rPr lang="en-US" sz="7400" dirty="0">
                <a:solidFill>
                  <a:srgbClr val="FF0000"/>
                </a:solidFill>
              </a:rPr>
              <a:t> = reactive( {</a:t>
            </a:r>
          </a:p>
          <a:p>
            <a:pPr>
              <a:lnSpc>
                <a:spcPct val="100000"/>
              </a:lnSpc>
            </a:pPr>
            <a:r>
              <a:rPr lang="en-US" sz="7400" dirty="0">
                <a:solidFill>
                  <a:srgbClr val="FF0000"/>
                </a:solidFill>
              </a:rPr>
              <a:t> 				 var1: 0</a:t>
            </a:r>
          </a:p>
          <a:p>
            <a:pPr>
              <a:lnSpc>
                <a:spcPct val="100000"/>
              </a:lnSpc>
            </a:pPr>
            <a:r>
              <a:rPr lang="en-US" sz="7400" dirty="0">
                <a:solidFill>
                  <a:srgbClr val="FF0000"/>
                </a:solidFill>
              </a:rPr>
              <a:t>                                                   }</a:t>
            </a:r>
          </a:p>
          <a:p>
            <a:pPr>
              <a:lnSpc>
                <a:spcPct val="100000"/>
              </a:lnSpc>
            </a:pPr>
            <a:r>
              <a:rPr lang="en-US" sz="7400" dirty="0">
                <a:solidFill>
                  <a:srgbClr val="FF0000"/>
                </a:solidFill>
              </a:rPr>
              <a:t>            storeVar.var1 = 10</a:t>
            </a:r>
          </a:p>
          <a:p>
            <a:pPr>
              <a:lnSpc>
                <a:spcPct val="100000"/>
              </a:lnSpc>
            </a:pPr>
            <a:endParaRPr lang="th-TH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66676-97A7-0718-A3AC-12EB1F897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84" y="193080"/>
            <a:ext cx="5087060" cy="39724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B25DDF-F794-7B0F-417C-A28FCF867897}"/>
              </a:ext>
            </a:extLst>
          </p:cNvPr>
          <p:cNvSpPr txBox="1"/>
          <p:nvPr/>
        </p:nvSpPr>
        <p:spPr>
          <a:xfrm>
            <a:off x="332232" y="1328851"/>
            <a:ext cx="612648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th-TH" sz="2400" dirty="0"/>
              <a:t>ตัวแปรที่มีการกำหนดค่าเริ่มต้นด้วย</a:t>
            </a:r>
            <a:r>
              <a:rPr lang="en-US" sz="2400" dirty="0"/>
              <a:t> ref()/reactive()</a:t>
            </a:r>
          </a:p>
          <a:p>
            <a:pPr>
              <a:lnSpc>
                <a:spcPct val="100000"/>
              </a:lnSpc>
            </a:pPr>
            <a:r>
              <a:rPr lang="th-TH" sz="2400" dirty="0"/>
              <a:t>เมื่อค่าขอตัวแปรเปลี่ยนจะมีผลทำให้</a:t>
            </a:r>
            <a:r>
              <a:rPr lang="en-US" sz="2400" dirty="0"/>
              <a:t> </a:t>
            </a:r>
            <a:r>
              <a:rPr lang="en-US" sz="2400" dirty="0" err="1"/>
              <a:t>ui</a:t>
            </a:r>
            <a:r>
              <a:rPr lang="en-US" sz="2400" dirty="0"/>
              <a:t> update </a:t>
            </a:r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4CC5C-C582-C2C8-1096-3F512750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808" y="0"/>
            <a:ext cx="5313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531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5958</TotalTime>
  <Words>236</Words>
  <Application>Microsoft Office PowerPoint</Application>
  <PresentationFormat>Widescreen</PresentationFormat>
  <Paragraphs>49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Segoe UI</vt:lpstr>
      <vt:lpstr>Segoe UI Light</vt:lpstr>
      <vt:lpstr>Custom</vt:lpstr>
      <vt:lpstr>State variable in Vue</vt:lpstr>
      <vt:lpstr>State variable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54</cp:revision>
  <dcterms:created xsi:type="dcterms:W3CDTF">2026-02-24T13:07:23Z</dcterms:created>
  <dcterms:modified xsi:type="dcterms:W3CDTF">2026-04-27T13:19:05Z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